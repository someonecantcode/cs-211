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1339" r:id="rId2"/>
    <p:sldId id="47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4660"/>
  </p:normalViewPr>
  <p:slideViewPr>
    <p:cSldViewPr snapToGrid="0">
      <p:cViewPr>
        <p:scale>
          <a:sx n="110" d="100"/>
          <a:sy n="110" d="100"/>
        </p:scale>
        <p:origin x="52" y="-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3B5ED-D8FE-454A-810E-5B9D283E0B3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AD3052-416A-4BD4-9DCB-417B7A2FA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217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CD495-8F06-A3A1-5899-DBE0493F0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13C79F-6FA2-7F09-EC58-8FB06B083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4BD5E1-9ECC-04EE-8207-EA23D7C21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C056AD-51BD-06EC-6A76-D32BA7283F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E04971-C4F2-4874-BAF9-35877744DE1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977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>
            <a:extLst>
              <a:ext uri="{FF2B5EF4-FFF2-40B4-BE49-F238E27FC236}">
                <a16:creationId xmlns:a16="http://schemas.microsoft.com/office/drawing/2014/main" id="{BFF8681A-4037-4015-BC3D-377ED69D5343}"/>
              </a:ext>
            </a:extLst>
          </p:cNvPr>
          <p:cNvGrpSpPr>
            <a:grpSpLocks/>
          </p:cNvGrpSpPr>
          <p:nvPr/>
        </p:nvGrpSpPr>
        <p:grpSpPr bwMode="auto"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AE06EA0-193B-464D-8D00-4DC6C9925A42}"/>
                </a:ext>
              </a:extLst>
            </p:cNvPr>
            <p:cNvCxnSpPr/>
            <p:nvPr/>
          </p:nvCxnSpPr>
          <p:spPr>
            <a:xfrm>
              <a:off x="9370484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12B40CF-D042-4613-96CC-5682DC993226}"/>
                </a:ext>
              </a:extLst>
            </p:cNvPr>
            <p:cNvCxnSpPr/>
            <p:nvPr/>
          </p:nvCxnSpPr>
          <p:spPr>
            <a:xfrm flipH="1">
              <a:off x="7425267" y="3680884"/>
              <a:ext cx="4764617" cy="317711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23">
              <a:extLst>
                <a:ext uri="{FF2B5EF4-FFF2-40B4-BE49-F238E27FC236}">
                  <a16:creationId xmlns:a16="http://schemas.microsoft.com/office/drawing/2014/main" id="{BD2182C7-4FE3-43D3-BF8D-EFACA55732A6}"/>
                </a:ext>
              </a:extLst>
            </p:cNvPr>
            <p:cNvSpPr/>
            <p:nvPr/>
          </p:nvSpPr>
          <p:spPr>
            <a:xfrm>
              <a:off x="9182100" y="-8467"/>
              <a:ext cx="3007784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25">
              <a:extLst>
                <a:ext uri="{FF2B5EF4-FFF2-40B4-BE49-F238E27FC236}">
                  <a16:creationId xmlns:a16="http://schemas.microsoft.com/office/drawing/2014/main" id="{7EDBDE58-0AF7-46E3-9393-6CD9D954A40E}"/>
                </a:ext>
              </a:extLst>
            </p:cNvPr>
            <p:cNvSpPr/>
            <p:nvPr/>
          </p:nvSpPr>
          <p:spPr>
            <a:xfrm>
              <a:off x="9603317" y="-8467"/>
              <a:ext cx="2588683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77A69C85-3E63-4241-AE51-36AD2BAAD28F}"/>
                </a:ext>
              </a:extLst>
            </p:cNvPr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27">
              <a:extLst>
                <a:ext uri="{FF2B5EF4-FFF2-40B4-BE49-F238E27FC236}">
                  <a16:creationId xmlns:a16="http://schemas.microsoft.com/office/drawing/2014/main" id="{99B52C93-A384-434A-B960-D830C810520B}"/>
                </a:ext>
              </a:extLst>
            </p:cNvPr>
            <p:cNvSpPr/>
            <p:nvPr/>
          </p:nvSpPr>
          <p:spPr>
            <a:xfrm>
              <a:off x="9334500" y="-8467"/>
              <a:ext cx="2855384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8">
              <a:extLst>
                <a:ext uri="{FF2B5EF4-FFF2-40B4-BE49-F238E27FC236}">
                  <a16:creationId xmlns:a16="http://schemas.microsoft.com/office/drawing/2014/main" id="{CB1EC0B0-D62A-4851-B748-74E2DF0CE501}"/>
                </a:ext>
              </a:extLst>
            </p:cNvPr>
            <p:cNvSpPr/>
            <p:nvPr/>
          </p:nvSpPr>
          <p:spPr>
            <a:xfrm>
              <a:off x="10898717" y="-8467"/>
              <a:ext cx="1289049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9">
              <a:extLst>
                <a:ext uri="{FF2B5EF4-FFF2-40B4-BE49-F238E27FC236}">
                  <a16:creationId xmlns:a16="http://schemas.microsoft.com/office/drawing/2014/main" id="{971530DE-A65A-4C41-9157-09EDC2A50AC5}"/>
                </a:ext>
              </a:extLst>
            </p:cNvPr>
            <p:cNvSpPr/>
            <p:nvPr/>
          </p:nvSpPr>
          <p:spPr>
            <a:xfrm>
              <a:off x="10938933" y="-8467"/>
              <a:ext cx="1248833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F9EA983E-EB2A-43E6-8FB0-D60C346A1682}"/>
                </a:ext>
              </a:extLst>
            </p:cNvPr>
            <p:cNvSpPr/>
            <p:nvPr/>
          </p:nvSpPr>
          <p:spPr>
            <a:xfrm>
              <a:off x="10371667" y="3589867"/>
              <a:ext cx="1818217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9F46BB35-ABB6-4D4E-877B-BCB77C2C185A}"/>
                </a:ext>
              </a:extLst>
            </p:cNvPr>
            <p:cNvSpPr/>
            <p:nvPr/>
          </p:nvSpPr>
          <p:spPr>
            <a:xfrm rot="10800000">
              <a:off x="0" y="0"/>
              <a:ext cx="842433" cy="5666318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3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AF0CF86-0E88-45A4-8A5D-3B22AC167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82920F-4785-4CD9-9D60-43719C13E37F}" type="datetimeFigureOut">
              <a:rPr lang="en-US"/>
              <a:pPr>
                <a:defRPr/>
              </a:pPr>
              <a:t>2/18/2026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430EA5A-9EEA-4B34-99FD-15031C6DD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3A2F896-88FA-4A02-A4CD-FDEBBB72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4317E1-7057-4BF3-9E56-C3BE6B38FE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024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B25A8-F19B-4264-A629-A6323156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EAF691-7D57-4C0C-A948-C235A5DEBCB5}" type="datetimeFigureOut">
              <a:rPr lang="en-US"/>
              <a:pPr>
                <a:defRPr/>
              </a:pPr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129AA-4B4C-412B-B038-DC10E0447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D54C8-78B2-4351-B6F2-8E3C0EB50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82C783-636F-4069-977E-A0843AC95E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063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8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8E72F-3B44-449F-9E3E-FDDC75C2C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0A73C5-E201-4478-BFD1-BC14BD129F69}" type="datetimeFigureOut">
              <a:rPr lang="en-US"/>
              <a:pPr>
                <a:defRPr/>
              </a:pPr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53D3C-32E0-41F4-859B-B40A0028B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667C9-2129-4B59-B1D0-7E4BDD1D6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1DECB-FF9E-423B-A8AF-D7F8CDE53B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86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5" y="2160590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69" y="2160590"/>
            <a:ext cx="4184035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D972499-A980-4FF3-906B-CEE83CF81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5F5EC8-27B5-45E8-9F24-E51D20124C55}" type="datetimeFigureOut">
              <a:rPr lang="en-US"/>
              <a:pPr>
                <a:defRPr/>
              </a:pPr>
              <a:t>2/18/2026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54C62E7-13A7-46C6-B829-1FB767DF6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DD7F1B8-F2BB-42F1-8089-667F11F68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43CD21-6EFD-49FD-AEB5-CD1D78C1C9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161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6" y="2160983"/>
            <a:ext cx="4185623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6" y="2737246"/>
            <a:ext cx="4185623" cy="330411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9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5" y="2737246"/>
            <a:ext cx="4185617" cy="330411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4E843A4-287A-408A-BF04-AB9784609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B0521D-23BC-4183-9912-4966B9CE3706}" type="datetimeFigureOut">
              <a:rPr lang="en-US"/>
              <a:pPr>
                <a:defRPr/>
              </a:pPr>
              <a:t>2/18/2026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B8C25AC-6D15-40E2-9A3D-B9697B63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5E8AAEB-F7DD-41B4-94C7-26848DEBD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6F0A9A-7A86-4B8E-9E59-A5A5F3BF28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73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A667087-4537-4FD1-AA94-434C24DA0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C6BE52-C875-446D-A11E-B414EAEDDCF3}" type="datetimeFigureOut">
              <a:rPr lang="en-US"/>
              <a:pPr>
                <a:defRPr/>
              </a:pPr>
              <a:t>2/18/2026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C17DBE-258E-4001-8A5B-77E558A25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BC67CC2-E5BC-442B-8F54-90E27A820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950F6F-40C5-4740-8D83-06E16FC0E1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46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DD0A61D-3E54-4E4B-ADE1-A9C6F4D25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B3601-B283-4313-A01D-BC4B59AC1927}" type="datetimeFigureOut">
              <a:rPr lang="en-US"/>
              <a:pPr>
                <a:defRPr/>
              </a:pPr>
              <a:t>2/18/2026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22E5E22-9A14-4947-B833-E5138BFDF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DC57DDF-48D6-4782-A4C1-2A0AA291A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A3C5AE-B523-44AF-B7AF-1132F2BC25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894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498604"/>
            <a:ext cx="3854528" cy="1278467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2" y="514924"/>
            <a:ext cx="4513541" cy="552643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2777070"/>
            <a:ext cx="3854528" cy="2584449"/>
          </a:xfrm>
        </p:spPr>
        <p:txBody>
          <a:bodyPr/>
          <a:lstStyle>
            <a:lvl1pPr marL="0" indent="0">
              <a:buNone/>
              <a:defRPr sz="1400"/>
            </a:lvl1pPr>
            <a:lvl2pPr marL="457051" indent="0">
              <a:buNone/>
              <a:defRPr sz="1400"/>
            </a:lvl2pPr>
            <a:lvl3pPr marL="914104" indent="0">
              <a:buNone/>
              <a:defRPr sz="1200"/>
            </a:lvl3pPr>
            <a:lvl4pPr marL="1371155" indent="0">
              <a:buNone/>
              <a:defRPr sz="1000"/>
            </a:lvl4pPr>
            <a:lvl5pPr marL="1828205" indent="0">
              <a:buNone/>
              <a:defRPr sz="1000"/>
            </a:lvl5pPr>
            <a:lvl6pPr marL="2285258" indent="0">
              <a:buNone/>
              <a:defRPr sz="1000"/>
            </a:lvl6pPr>
            <a:lvl7pPr marL="2742309" indent="0">
              <a:buNone/>
              <a:defRPr sz="1000"/>
            </a:lvl7pPr>
            <a:lvl8pPr marL="3199360" indent="0">
              <a:buNone/>
              <a:defRPr sz="1000"/>
            </a:lvl8pPr>
            <a:lvl9pPr marL="3656411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71E490D-D57C-47A7-8839-DEBE8DA38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01F927-16F5-4E44-89F2-D5AD3CBF47E8}" type="datetimeFigureOut">
              <a:rPr lang="en-US"/>
              <a:pPr>
                <a:defRPr/>
              </a:pPr>
              <a:t>2/18/2026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5EAE25F-F7CF-4438-865A-11A050AD0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34BF174-85DF-4CF1-BF01-FB76EF79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B85A45-21B6-46A3-ACAB-779EE25106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5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4800600"/>
            <a:ext cx="8596667" cy="566739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5" y="609601"/>
            <a:ext cx="8596668" cy="3845719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5367339"/>
            <a:ext cx="8596667" cy="674024"/>
          </a:xfrm>
        </p:spPr>
        <p:txBody>
          <a:bodyPr/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9D29D3B-97A9-44D6-B1CF-BFDD1AC72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CBFE8-E07E-4675-B171-D8C87A758606}" type="datetimeFigureOut">
              <a:rPr lang="en-US"/>
              <a:pPr>
                <a:defRPr/>
              </a:pPr>
              <a:t>2/18/2026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E793774-8E5A-47E1-9CDB-7B95C6A3D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24E37F-E8F0-4E0A-AD1A-EEF80ADA1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ED1451-43BC-4F90-B533-299086252D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197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3"/>
          </a:xfrm>
        </p:spPr>
        <p:txBody>
          <a:bodyPr anchor="ctr"/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1F75D-F3EC-4FB7-BCF7-C81BD9992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E14F1-4DDC-4251-8795-ED81BE985740}" type="datetimeFigureOut">
              <a:rPr lang="en-US"/>
              <a:pPr>
                <a:defRPr/>
              </a:pPr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3D4A1-20AE-4C20-BC6B-E1E8B1FD2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E53A0-2F17-4181-92F9-10D5A1CBF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E9434C-FC5E-4005-AAF9-BFABEC3EA1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91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FD6D13-9825-4B70-82DA-1722DC243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867" y="789518"/>
            <a:ext cx="609600" cy="586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DDFCD4-4302-479C-8A31-E4523A14C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2117" y="2887133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3"/>
          </a:xfrm>
        </p:spPr>
        <p:txBody>
          <a:bodyPr anchor="ctr"/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01B7DB7-654F-4F47-A3E5-07C5935FF8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B0DDE8-C8DB-48A5-BE8E-D4881B94E62E}" type="datetimeFigureOut">
              <a:rPr lang="en-US"/>
              <a:pPr>
                <a:defRPr/>
              </a:pPr>
              <a:t>2/18/2026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AE6EDA0-BBBA-4739-A951-3654E6B371C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CC04846-608E-44C7-85DC-B78179FDD74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51C236-DD77-454C-B9C6-55B5D3ED06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984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9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5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3EDBA-E65B-47EE-90A2-1B7BCFC74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C424A-0004-45F0-B34D-B1B6087B48E7}" type="datetimeFigureOut">
              <a:rPr lang="en-US"/>
              <a:pPr>
                <a:defRPr/>
              </a:pPr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37141-B70F-46FF-A0A0-AEAF952B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F53DF-5624-4A03-9B1C-033D86A7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CC8274-B442-4E67-A188-88F203A614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36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DA6DAE-F5EC-4903-9925-385CFBD6A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867" y="789518"/>
            <a:ext cx="609600" cy="586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A8CB04-A398-43E1-8BCA-2020499D6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2117" y="2887133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5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B5D72A4-E3A1-45FE-A466-70388D72EC9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9C2B5-927E-4883-8D4B-270AD25F5E06}" type="datetimeFigureOut">
              <a:rPr lang="en-US"/>
              <a:pPr>
                <a:defRPr/>
              </a:pPr>
              <a:t>2/18/2026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18A4596-F144-4870-BD19-DE9262E7D6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2757947-D511-40AB-BCBE-FBE9E5F935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059389-2F41-4294-AE2F-1A4F71569F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40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5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1EC5DCE-CFCF-404C-A019-5ACAA9FCAAA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A41F34-4901-42F0-98AD-7AF2E1F8F717}" type="datetimeFigureOut">
              <a:rPr lang="en-US"/>
              <a:pPr>
                <a:defRPr/>
              </a:pPr>
              <a:t>2/18/2026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C7115D0-CA44-410B-90C3-44184AD8FEC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B2F831D-4C6B-462F-BDF7-5CDB8884CB0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F13D0-3CA0-4C5F-8D10-4A4FF0EBE6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01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98020-B61E-4DFD-80A5-105736035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CC2438-90A4-4CA1-9806-8D5EB0C0C13D}" type="datetimeFigureOut">
              <a:rPr lang="en-US"/>
              <a:pPr>
                <a:defRPr/>
              </a:pPr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9A64-2FEC-48F6-9E4D-78D21774D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3BD0E-42E5-4BC7-BA3F-970A4FA5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7899FA-3508-4DAC-86B2-6827512634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65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4" y="609600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1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FAD6F-D8F0-4E13-BA0F-9DBE5A749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DDC5A-4FB4-454A-9FDF-E4FE12CE2B1B}" type="datetimeFigureOut">
              <a:rPr lang="en-US"/>
              <a:pPr>
                <a:defRPr/>
              </a:pPr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B859D-B1BE-4715-956C-97B7D2110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1AB11-654A-4C70-80E7-D15C37693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8DEA69-C100-4322-A7A5-BFE87CB5EF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81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7">
            <a:extLst>
              <a:ext uri="{FF2B5EF4-FFF2-40B4-BE49-F238E27FC236}">
                <a16:creationId xmlns:a16="http://schemas.microsoft.com/office/drawing/2014/main" id="{708CF8FB-B861-4A89-AF53-57E5AC5FA608}"/>
              </a:ext>
            </a:extLst>
          </p:cNvPr>
          <p:cNvGrpSpPr>
            <a:grpSpLocks/>
          </p:cNvGrpSpPr>
          <p:nvPr/>
        </p:nvGrpSpPr>
        <p:grpSpPr bwMode="auto"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9DC2FC8-78D7-417A-A291-0EDAECB7EA9A}"/>
                </a:ext>
              </a:extLst>
            </p:cNvPr>
            <p:cNvCxnSpPr/>
            <p:nvPr/>
          </p:nvCxnSpPr>
          <p:spPr>
            <a:xfrm>
              <a:off x="9370484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D44B4BB-D0C8-4545-8C86-DBE924E8BCFA}"/>
                </a:ext>
              </a:extLst>
            </p:cNvPr>
            <p:cNvCxnSpPr/>
            <p:nvPr/>
          </p:nvCxnSpPr>
          <p:spPr>
            <a:xfrm flipH="1">
              <a:off x="7425267" y="3680884"/>
              <a:ext cx="4764617" cy="317711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>
              <a:extLst>
                <a:ext uri="{FF2B5EF4-FFF2-40B4-BE49-F238E27FC236}">
                  <a16:creationId xmlns:a16="http://schemas.microsoft.com/office/drawing/2014/main" id="{BDD7860C-1532-405C-9A62-4AD7F241F0C8}"/>
                </a:ext>
              </a:extLst>
            </p:cNvPr>
            <p:cNvSpPr/>
            <p:nvPr/>
          </p:nvSpPr>
          <p:spPr>
            <a:xfrm>
              <a:off x="9182100" y="-8467"/>
              <a:ext cx="3007784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400"/>
            </a:p>
          </p:txBody>
        </p:sp>
        <p:sp>
          <p:nvSpPr>
            <p:cNvPr id="23" name="Rectangle 25">
              <a:extLst>
                <a:ext uri="{FF2B5EF4-FFF2-40B4-BE49-F238E27FC236}">
                  <a16:creationId xmlns:a16="http://schemas.microsoft.com/office/drawing/2014/main" id="{94669C9B-2E56-4E02-874E-65BEB6062EF4}"/>
                </a:ext>
              </a:extLst>
            </p:cNvPr>
            <p:cNvSpPr/>
            <p:nvPr/>
          </p:nvSpPr>
          <p:spPr>
            <a:xfrm>
              <a:off x="9603317" y="-8467"/>
              <a:ext cx="2588683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400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63C10023-250B-4014-8478-F0A47D3C5D45}"/>
                </a:ext>
              </a:extLst>
            </p:cNvPr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400"/>
            </a:p>
          </p:txBody>
        </p:sp>
        <p:sp>
          <p:nvSpPr>
            <p:cNvPr id="25" name="Rectangle 27">
              <a:extLst>
                <a:ext uri="{FF2B5EF4-FFF2-40B4-BE49-F238E27FC236}">
                  <a16:creationId xmlns:a16="http://schemas.microsoft.com/office/drawing/2014/main" id="{472F70AA-8F88-4165-9534-6FA41EFCC7E6}"/>
                </a:ext>
              </a:extLst>
            </p:cNvPr>
            <p:cNvSpPr/>
            <p:nvPr/>
          </p:nvSpPr>
          <p:spPr>
            <a:xfrm>
              <a:off x="9334500" y="-8467"/>
              <a:ext cx="2855384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400"/>
            </a:p>
          </p:txBody>
        </p:sp>
        <p:sp>
          <p:nvSpPr>
            <p:cNvPr id="26" name="Rectangle 28">
              <a:extLst>
                <a:ext uri="{FF2B5EF4-FFF2-40B4-BE49-F238E27FC236}">
                  <a16:creationId xmlns:a16="http://schemas.microsoft.com/office/drawing/2014/main" id="{AF63A402-62C2-4BB9-96BF-202EB1382898}"/>
                </a:ext>
              </a:extLst>
            </p:cNvPr>
            <p:cNvSpPr/>
            <p:nvPr/>
          </p:nvSpPr>
          <p:spPr>
            <a:xfrm>
              <a:off x="10898717" y="-8467"/>
              <a:ext cx="1289049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400"/>
            </a:p>
          </p:txBody>
        </p:sp>
        <p:sp>
          <p:nvSpPr>
            <p:cNvPr id="27" name="Rectangle 29">
              <a:extLst>
                <a:ext uri="{FF2B5EF4-FFF2-40B4-BE49-F238E27FC236}">
                  <a16:creationId xmlns:a16="http://schemas.microsoft.com/office/drawing/2014/main" id="{937BA107-25D9-464A-8716-63F36A0E9980}"/>
                </a:ext>
              </a:extLst>
            </p:cNvPr>
            <p:cNvSpPr/>
            <p:nvPr/>
          </p:nvSpPr>
          <p:spPr>
            <a:xfrm>
              <a:off x="10938933" y="-8467"/>
              <a:ext cx="1248833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400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CECAFF09-1F5C-4B77-A16A-AAC7C9FAEAC1}"/>
                </a:ext>
              </a:extLst>
            </p:cNvPr>
            <p:cNvSpPr/>
            <p:nvPr/>
          </p:nvSpPr>
          <p:spPr>
            <a:xfrm>
              <a:off x="10371667" y="3589867"/>
              <a:ext cx="1818217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400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30111409-B5EC-48E9-82AC-9DB4F05EB30D}"/>
                </a:ext>
              </a:extLst>
            </p:cNvPr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400"/>
            </a:p>
          </p:txBody>
        </p:sp>
      </p:grp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9C1836B6-5EE6-4844-8459-A2CD52A47D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7333" y="609600"/>
            <a:ext cx="8595784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8BC2EE9D-84C4-41FC-969A-944B6B38F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7333" y="2161118"/>
            <a:ext cx="8595784" cy="3879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48B9D-BD90-4B45-A087-A8CC4AB831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5134" y="6040967"/>
            <a:ext cx="912284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FA19133-88A1-40A5-A28C-A187C7BD884B}" type="datetimeFigureOut">
              <a:rPr lang="en-US"/>
              <a:pPr>
                <a:defRPr/>
              </a:pPr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5043A-7102-4FF4-B55E-AAAF883903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7334" y="6040967"/>
            <a:ext cx="6297084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E9EE9-B0ED-4DDE-98CD-B6E920E0D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1551" y="6040967"/>
            <a:ext cx="681567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ABCDBDE9-20FF-4287-8C3E-D72F0A5449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895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189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457189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2pPr>
      <a:lvl3pPr algn="l" defTabSz="457189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3pPr>
      <a:lvl4pPr algn="l" defTabSz="457189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4pPr>
      <a:lvl5pPr algn="l" defTabSz="457189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891" indent="-342891" algn="l" defTabSz="457189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733" kern="1200">
          <a:solidFill>
            <a:srgbClr val="FFFFFF"/>
          </a:solidFill>
          <a:latin typeface="+mn-lt"/>
          <a:ea typeface="+mn-ea"/>
          <a:cs typeface="+mn-cs"/>
        </a:defRPr>
      </a:lvl1pPr>
      <a:lvl2pPr marL="742932" indent="-285744" algn="l" defTabSz="457189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600" kern="1200">
          <a:solidFill>
            <a:srgbClr val="FFFFFF"/>
          </a:solidFill>
          <a:latin typeface="+mn-lt"/>
          <a:ea typeface="+mn-ea"/>
          <a:cs typeface="+mn-cs"/>
        </a:defRPr>
      </a:lvl2pPr>
      <a:lvl3pPr marL="1142971" indent="-228594" algn="l" defTabSz="457189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33" kern="1200">
          <a:solidFill>
            <a:srgbClr val="FFFFFF"/>
          </a:solidFill>
          <a:latin typeface="+mn-lt"/>
          <a:ea typeface="+mn-ea"/>
          <a:cs typeface="+mn-cs"/>
        </a:defRPr>
      </a:lvl3pPr>
      <a:lvl4pPr marL="1600160" indent="-228594" algn="l" defTabSz="457189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200" kern="1200">
          <a:solidFill>
            <a:srgbClr val="FFFFFF"/>
          </a:solidFill>
          <a:latin typeface="+mn-lt"/>
          <a:ea typeface="+mn-ea"/>
          <a:cs typeface="+mn-cs"/>
        </a:defRPr>
      </a:lvl4pPr>
      <a:lvl5pPr marL="2057349" indent="-228594" algn="l" defTabSz="457189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2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0A70A-427A-D414-6A8F-D1F770051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CAB2BBC7-75F4-775B-BB1A-0F3E12EDE8ED}"/>
              </a:ext>
            </a:extLst>
          </p:cNvPr>
          <p:cNvSpPr/>
          <p:nvPr/>
        </p:nvSpPr>
        <p:spPr>
          <a:xfrm>
            <a:off x="107499" y="625813"/>
            <a:ext cx="11982901" cy="1349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>
              <a:lnSpc>
                <a:spcPct val="150000"/>
              </a:lnSpc>
              <a:defRPr/>
            </a:pPr>
            <a:r>
              <a:rPr lang="en-US" sz="1867" dirty="0">
                <a:solidFill>
                  <a:prstClr val="white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Complete the binary search tree after adding or deleting elements. </a:t>
            </a:r>
            <a:r>
              <a:rPr lang="en-US" sz="1867" dirty="0">
                <a:solidFill>
                  <a:prstClr val="white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Show all intermediate steps, not just the final state</a:t>
            </a:r>
            <a:r>
              <a:rPr lang="en-US" sz="1867" dirty="0">
                <a:solidFill>
                  <a:prstClr val="white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. </a:t>
            </a:r>
            <a:br>
              <a:rPr lang="en-US" sz="1867" dirty="0">
                <a:solidFill>
                  <a:srgbClr val="FFC0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sz="1867" dirty="0">
                <a:solidFill>
                  <a:srgbClr val="FFC0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Arial" panose="020B0604020202020204" pitchFamily="34" charset="0"/>
              </a:rPr>
              <a:t>add 8, add 3, add 6, add 10, add 5, add2, delete 3, add 9, delete 8, </a:t>
            </a:r>
          </a:p>
          <a:p>
            <a:pPr defTabSz="914377">
              <a:lnSpc>
                <a:spcPct val="150000"/>
              </a:lnSpc>
              <a:defRPr/>
            </a:pPr>
            <a:r>
              <a:rPr lang="en-US" sz="1867" dirty="0">
                <a:solidFill>
                  <a:srgbClr val="FFC0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Arial" panose="020B0604020202020204" pitchFamily="34" charset="0"/>
              </a:rPr>
              <a:t>add 11, delete 9, delete 5</a:t>
            </a:r>
            <a:endParaRPr lang="en-US" sz="1867" dirty="0">
              <a:solidFill>
                <a:srgbClr val="FFC000"/>
              </a:solidFill>
              <a:latin typeface="Calibri" panose="020F050202020403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5B2D2DAD-4A7A-C95F-A169-B2BA410509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9637" y="2992583"/>
            <a:ext cx="355867" cy="33855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E92B3922-C984-48D8-2F1B-CB31F6B32F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03699" y="3528262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3</a:t>
            </a:r>
          </a:p>
        </p:txBody>
      </p:sp>
      <p:cxnSp>
        <p:nvCxnSpPr>
          <p:cNvPr id="8" name="AutoShape 10">
            <a:extLst>
              <a:ext uri="{FF2B5EF4-FFF2-40B4-BE49-F238E27FC236}">
                <a16:creationId xmlns:a16="http://schemas.microsoft.com/office/drawing/2014/main" id="{8D535686-6008-C49E-56B9-631D8141FFC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756837" y="3338797"/>
            <a:ext cx="171313" cy="1894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Oval 9">
            <a:extLst>
              <a:ext uri="{FF2B5EF4-FFF2-40B4-BE49-F238E27FC236}">
                <a16:creationId xmlns:a16="http://schemas.microsoft.com/office/drawing/2014/main" id="{F0F0D7A1-FF61-A43E-3B31-B49B76ECCA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78048" y="2997067"/>
            <a:ext cx="355867" cy="33855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11" name="Rectangle 72">
            <a:extLst>
              <a:ext uri="{FF2B5EF4-FFF2-40B4-BE49-F238E27FC236}">
                <a16:creationId xmlns:a16="http://schemas.microsoft.com/office/drawing/2014/main" id="{8F850703-0CFB-6091-19DD-13492C82A151}"/>
              </a:ext>
            </a:extLst>
          </p:cNvPr>
          <p:cNvSpPr/>
          <p:nvPr/>
        </p:nvSpPr>
        <p:spPr>
          <a:xfrm>
            <a:off x="551196" y="2345789"/>
            <a:ext cx="8018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>
              <a:defRPr/>
            </a:pPr>
            <a:r>
              <a:rPr lang="en-US" sz="1600" dirty="0">
                <a:solidFill>
                  <a:srgbClr val="FFC0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Arial" panose="020B0604020202020204" pitchFamily="34" charset="0"/>
              </a:rPr>
              <a:t>add 8</a:t>
            </a:r>
            <a:endParaRPr lang="en-US" sz="1600" dirty="0">
              <a:solidFill>
                <a:srgbClr val="FFC000"/>
              </a:solidFill>
              <a:latin typeface="Trebuchet MS" panose="020B0603020202020204"/>
            </a:endParaRPr>
          </a:p>
        </p:txBody>
      </p:sp>
      <p:sp>
        <p:nvSpPr>
          <p:cNvPr id="12" name="Rectangle 73">
            <a:extLst>
              <a:ext uri="{FF2B5EF4-FFF2-40B4-BE49-F238E27FC236}">
                <a16:creationId xmlns:a16="http://schemas.microsoft.com/office/drawing/2014/main" id="{7E4F298F-BD31-8174-E616-025E2971B57B}"/>
              </a:ext>
            </a:extLst>
          </p:cNvPr>
          <p:cNvSpPr/>
          <p:nvPr/>
        </p:nvSpPr>
        <p:spPr>
          <a:xfrm>
            <a:off x="1641910" y="2349611"/>
            <a:ext cx="8018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>
              <a:defRPr/>
            </a:pPr>
            <a:r>
              <a:rPr lang="en-US" sz="1600" dirty="0">
                <a:solidFill>
                  <a:srgbClr val="FFC0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Arial" panose="020B0604020202020204" pitchFamily="34" charset="0"/>
              </a:rPr>
              <a:t>add 3</a:t>
            </a:r>
            <a:endParaRPr lang="en-US" sz="1600" dirty="0">
              <a:solidFill>
                <a:srgbClr val="FFC000"/>
              </a:solidFill>
              <a:latin typeface="Trebuchet MS" panose="020B0603020202020204"/>
            </a:endParaRPr>
          </a:p>
        </p:txBody>
      </p:sp>
      <p:sp>
        <p:nvSpPr>
          <p:cNvPr id="14" name="Rectangle 74">
            <a:extLst>
              <a:ext uri="{FF2B5EF4-FFF2-40B4-BE49-F238E27FC236}">
                <a16:creationId xmlns:a16="http://schemas.microsoft.com/office/drawing/2014/main" id="{ADEFE634-D4AF-C98F-7058-B9975250C882}"/>
              </a:ext>
            </a:extLst>
          </p:cNvPr>
          <p:cNvSpPr/>
          <p:nvPr/>
        </p:nvSpPr>
        <p:spPr>
          <a:xfrm>
            <a:off x="2904632" y="2341331"/>
            <a:ext cx="8018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>
              <a:defRPr/>
            </a:pPr>
            <a:r>
              <a:rPr lang="en-US" sz="1600" dirty="0">
                <a:solidFill>
                  <a:srgbClr val="FFC0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Arial" panose="020B0604020202020204" pitchFamily="34" charset="0"/>
              </a:rPr>
              <a:t>add 6</a:t>
            </a:r>
            <a:endParaRPr lang="en-US" sz="1600" dirty="0">
              <a:solidFill>
                <a:srgbClr val="FFC000"/>
              </a:solidFill>
              <a:latin typeface="Trebuchet MS" panose="020B0603020202020204"/>
            </a:endParaRPr>
          </a:p>
        </p:txBody>
      </p:sp>
      <p:sp>
        <p:nvSpPr>
          <p:cNvPr id="15" name="Rectangle 75">
            <a:extLst>
              <a:ext uri="{FF2B5EF4-FFF2-40B4-BE49-F238E27FC236}">
                <a16:creationId xmlns:a16="http://schemas.microsoft.com/office/drawing/2014/main" id="{23E671C8-8E3C-B4C1-07FA-25F68313721A}"/>
              </a:ext>
            </a:extLst>
          </p:cNvPr>
          <p:cNvSpPr/>
          <p:nvPr/>
        </p:nvSpPr>
        <p:spPr>
          <a:xfrm>
            <a:off x="9244296" y="2387470"/>
            <a:ext cx="1172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>
              <a:defRPr/>
            </a:pPr>
            <a:r>
              <a:rPr lang="en-US" sz="1600" dirty="0">
                <a:solidFill>
                  <a:srgbClr val="FFC0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Arial" panose="020B0604020202020204" pitchFamily="34" charset="0"/>
              </a:rPr>
              <a:t>delete 3</a:t>
            </a:r>
            <a:endParaRPr lang="en-US" sz="1600" dirty="0">
              <a:solidFill>
                <a:srgbClr val="FFC000"/>
              </a:solidFill>
              <a:latin typeface="Trebuchet MS" panose="020B0603020202020204"/>
            </a:endParaRPr>
          </a:p>
        </p:txBody>
      </p:sp>
      <p:sp>
        <p:nvSpPr>
          <p:cNvPr id="16" name="Rectangle 76">
            <a:extLst>
              <a:ext uri="{FF2B5EF4-FFF2-40B4-BE49-F238E27FC236}">
                <a16:creationId xmlns:a16="http://schemas.microsoft.com/office/drawing/2014/main" id="{DE5CFFA4-03BF-0CEA-5B47-182D1D020520}"/>
              </a:ext>
            </a:extLst>
          </p:cNvPr>
          <p:cNvSpPr/>
          <p:nvPr/>
        </p:nvSpPr>
        <p:spPr>
          <a:xfrm>
            <a:off x="7553908" y="2319625"/>
            <a:ext cx="8018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>
              <a:defRPr/>
            </a:pPr>
            <a:r>
              <a:rPr lang="en-US" sz="1600" dirty="0">
                <a:solidFill>
                  <a:srgbClr val="FFC0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Arial" panose="020B0604020202020204" pitchFamily="34" charset="0"/>
              </a:rPr>
              <a:t>add 2</a:t>
            </a:r>
            <a:endParaRPr lang="en-US" sz="1600" dirty="0">
              <a:solidFill>
                <a:srgbClr val="FFC000"/>
              </a:solidFill>
              <a:latin typeface="Trebuchet MS" panose="020B0603020202020204"/>
            </a:endParaRPr>
          </a:p>
        </p:txBody>
      </p:sp>
      <p:sp>
        <p:nvSpPr>
          <p:cNvPr id="17" name="Rectangle 77">
            <a:extLst>
              <a:ext uri="{FF2B5EF4-FFF2-40B4-BE49-F238E27FC236}">
                <a16:creationId xmlns:a16="http://schemas.microsoft.com/office/drawing/2014/main" id="{0814B5E7-473D-0B8B-5CB5-E0B7BDADA577}"/>
              </a:ext>
            </a:extLst>
          </p:cNvPr>
          <p:cNvSpPr/>
          <p:nvPr/>
        </p:nvSpPr>
        <p:spPr>
          <a:xfrm>
            <a:off x="500421" y="4603792"/>
            <a:ext cx="8018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>
              <a:defRPr/>
            </a:pPr>
            <a:r>
              <a:rPr lang="en-US" sz="1600" dirty="0">
                <a:solidFill>
                  <a:srgbClr val="FFC0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Arial" panose="020B0604020202020204" pitchFamily="34" charset="0"/>
              </a:rPr>
              <a:t>Add 9</a:t>
            </a:r>
            <a:endParaRPr lang="en-US" sz="1600" dirty="0">
              <a:solidFill>
                <a:srgbClr val="FFC000"/>
              </a:solidFill>
              <a:latin typeface="Trebuchet MS" panose="020B0603020202020204"/>
            </a:endParaRPr>
          </a:p>
        </p:txBody>
      </p:sp>
      <p:sp>
        <p:nvSpPr>
          <p:cNvPr id="18" name="Rectangle 78">
            <a:extLst>
              <a:ext uri="{FF2B5EF4-FFF2-40B4-BE49-F238E27FC236}">
                <a16:creationId xmlns:a16="http://schemas.microsoft.com/office/drawing/2014/main" id="{3F9941AF-EB61-D66C-BC4D-A2237D830AE5}"/>
              </a:ext>
            </a:extLst>
          </p:cNvPr>
          <p:cNvSpPr/>
          <p:nvPr/>
        </p:nvSpPr>
        <p:spPr>
          <a:xfrm>
            <a:off x="2472381" y="4628141"/>
            <a:ext cx="1172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>
              <a:defRPr/>
            </a:pPr>
            <a:r>
              <a:rPr lang="en-US" sz="1600" dirty="0">
                <a:solidFill>
                  <a:srgbClr val="FFC0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Arial" panose="020B0604020202020204" pitchFamily="34" charset="0"/>
              </a:rPr>
              <a:t>delete 8</a:t>
            </a:r>
            <a:endParaRPr lang="en-US" sz="1600" dirty="0">
              <a:solidFill>
                <a:srgbClr val="FFC000"/>
              </a:solidFill>
              <a:latin typeface="Trebuchet MS" panose="020B060302020202020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399361-2BC9-1466-409A-51C67A801C62}"/>
              </a:ext>
            </a:extLst>
          </p:cNvPr>
          <p:cNvSpPr txBox="1"/>
          <p:nvPr/>
        </p:nvSpPr>
        <p:spPr>
          <a:xfrm>
            <a:off x="293255" y="145475"/>
            <a:ext cx="14047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4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white"/>
                </a:solidFill>
                <a:latin typeface="Arial" panose="020B0604020202020204" pitchFamily="34" charset="0"/>
              </a:rPr>
              <a:t>CP # 12-1.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EC23B3-548F-8355-4804-093787CFF75F}"/>
              </a:ext>
            </a:extLst>
          </p:cNvPr>
          <p:cNvSpPr txBox="1"/>
          <p:nvPr/>
        </p:nvSpPr>
        <p:spPr>
          <a:xfrm>
            <a:off x="1907275" y="165003"/>
            <a:ext cx="613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defRPr/>
            </a:pPr>
            <a:r>
              <a:rPr lang="en-US" dirty="0">
                <a:solidFill>
                  <a:prstClr val="white"/>
                </a:solidFill>
                <a:latin typeface="Lato Extended"/>
              </a:rPr>
              <a:t>Binary Search Tree  </a:t>
            </a:r>
          </a:p>
        </p:txBody>
      </p:sp>
      <p:sp>
        <p:nvSpPr>
          <p:cNvPr id="32" name="Rectangle 74">
            <a:extLst>
              <a:ext uri="{FF2B5EF4-FFF2-40B4-BE49-F238E27FC236}">
                <a16:creationId xmlns:a16="http://schemas.microsoft.com/office/drawing/2014/main" id="{EBB9DA2B-7490-FC82-3D37-3E8686EFECB2}"/>
              </a:ext>
            </a:extLst>
          </p:cNvPr>
          <p:cNvSpPr/>
          <p:nvPr/>
        </p:nvSpPr>
        <p:spPr>
          <a:xfrm>
            <a:off x="4229021" y="2338319"/>
            <a:ext cx="9252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>
              <a:defRPr/>
            </a:pPr>
            <a:r>
              <a:rPr lang="en-US" sz="1600" dirty="0">
                <a:solidFill>
                  <a:srgbClr val="FFC0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Arial" panose="020B0604020202020204" pitchFamily="34" charset="0"/>
              </a:rPr>
              <a:t>add 10</a:t>
            </a:r>
            <a:endParaRPr lang="en-US" sz="1600" dirty="0">
              <a:solidFill>
                <a:srgbClr val="FFC000"/>
              </a:solidFill>
              <a:latin typeface="Trebuchet MS" panose="020B0603020202020204"/>
            </a:endParaRPr>
          </a:p>
        </p:txBody>
      </p:sp>
      <p:sp>
        <p:nvSpPr>
          <p:cNvPr id="35" name="Rectangle 74">
            <a:extLst>
              <a:ext uri="{FF2B5EF4-FFF2-40B4-BE49-F238E27FC236}">
                <a16:creationId xmlns:a16="http://schemas.microsoft.com/office/drawing/2014/main" id="{1F4B743C-A728-C67F-C4A2-47914DFB4EA5}"/>
              </a:ext>
            </a:extLst>
          </p:cNvPr>
          <p:cNvSpPr/>
          <p:nvPr/>
        </p:nvSpPr>
        <p:spPr>
          <a:xfrm>
            <a:off x="5766892" y="2338319"/>
            <a:ext cx="8018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>
              <a:defRPr/>
            </a:pPr>
            <a:r>
              <a:rPr lang="en-US" sz="1600" dirty="0">
                <a:solidFill>
                  <a:srgbClr val="FFC0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Arial" panose="020B0604020202020204" pitchFamily="34" charset="0"/>
              </a:rPr>
              <a:t>add 5</a:t>
            </a:r>
            <a:endParaRPr lang="en-US" sz="1600" dirty="0">
              <a:solidFill>
                <a:srgbClr val="FFC000"/>
              </a:solidFill>
              <a:latin typeface="Trebuchet MS" panose="020B0603020202020204"/>
            </a:endParaRPr>
          </a:p>
        </p:txBody>
      </p:sp>
      <p:sp>
        <p:nvSpPr>
          <p:cNvPr id="85" name="Rectangle 78">
            <a:extLst>
              <a:ext uri="{FF2B5EF4-FFF2-40B4-BE49-F238E27FC236}">
                <a16:creationId xmlns:a16="http://schemas.microsoft.com/office/drawing/2014/main" id="{ED5C0701-1FFF-2E01-9A36-A57E1B594E37}"/>
              </a:ext>
            </a:extLst>
          </p:cNvPr>
          <p:cNvSpPr/>
          <p:nvPr/>
        </p:nvSpPr>
        <p:spPr>
          <a:xfrm>
            <a:off x="4691647" y="4654909"/>
            <a:ext cx="9252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>
              <a:defRPr/>
            </a:pPr>
            <a:r>
              <a:rPr lang="en-US" sz="1600" dirty="0">
                <a:solidFill>
                  <a:srgbClr val="FFC0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Arial" panose="020B0604020202020204" pitchFamily="34" charset="0"/>
              </a:rPr>
              <a:t>add 11</a:t>
            </a:r>
            <a:endParaRPr lang="en-US" sz="1600" dirty="0">
              <a:solidFill>
                <a:srgbClr val="FFC000"/>
              </a:solidFill>
              <a:latin typeface="Trebuchet MS" panose="020B0603020202020204"/>
            </a:endParaRPr>
          </a:p>
        </p:txBody>
      </p:sp>
      <p:sp>
        <p:nvSpPr>
          <p:cNvPr id="97" name="Rectangle 78">
            <a:extLst>
              <a:ext uri="{FF2B5EF4-FFF2-40B4-BE49-F238E27FC236}">
                <a16:creationId xmlns:a16="http://schemas.microsoft.com/office/drawing/2014/main" id="{CD2AF8DC-4F46-2FF4-5CEE-6AC69E29B8B5}"/>
              </a:ext>
            </a:extLst>
          </p:cNvPr>
          <p:cNvSpPr/>
          <p:nvPr/>
        </p:nvSpPr>
        <p:spPr>
          <a:xfrm>
            <a:off x="7519589" y="4630143"/>
            <a:ext cx="1172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>
              <a:defRPr/>
            </a:pPr>
            <a:r>
              <a:rPr lang="en-US" sz="1600" dirty="0">
                <a:solidFill>
                  <a:srgbClr val="FFC0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Arial" panose="020B0604020202020204" pitchFamily="34" charset="0"/>
              </a:rPr>
              <a:t>delete 9</a:t>
            </a:r>
            <a:endParaRPr lang="en-US" sz="1600" dirty="0">
              <a:solidFill>
                <a:srgbClr val="FFC000"/>
              </a:solidFill>
              <a:latin typeface="Trebuchet MS" panose="020B060302020202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DB61AE-831F-DC72-7A7B-86D77CD8D5D8}"/>
              </a:ext>
            </a:extLst>
          </p:cNvPr>
          <p:cNvSpPr txBox="1"/>
          <p:nvPr/>
        </p:nvSpPr>
        <p:spPr>
          <a:xfrm>
            <a:off x="10018255" y="77819"/>
            <a:ext cx="1179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prstClr val="white"/>
                </a:solidFill>
                <a:latin typeface="Arial" panose="020B0604020202020204" pitchFamily="34" charset="0"/>
              </a:rPr>
              <a:t>Due: 11:25 am</a:t>
            </a:r>
          </a:p>
        </p:txBody>
      </p:sp>
      <p:sp>
        <p:nvSpPr>
          <p:cNvPr id="3" name="Rectangle 78">
            <a:extLst>
              <a:ext uri="{FF2B5EF4-FFF2-40B4-BE49-F238E27FC236}">
                <a16:creationId xmlns:a16="http://schemas.microsoft.com/office/drawing/2014/main" id="{05FF6EB7-01FF-8816-8F3C-353407AFA2F2}"/>
              </a:ext>
            </a:extLst>
          </p:cNvPr>
          <p:cNvSpPr/>
          <p:nvPr/>
        </p:nvSpPr>
        <p:spPr>
          <a:xfrm>
            <a:off x="9311747" y="4734267"/>
            <a:ext cx="1172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>
              <a:defRPr/>
            </a:pPr>
            <a:r>
              <a:rPr lang="en-US" sz="1600" dirty="0">
                <a:solidFill>
                  <a:srgbClr val="FFC0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Arial" panose="020B0604020202020204" pitchFamily="34" charset="0"/>
              </a:rPr>
              <a:t>delete 5</a:t>
            </a:r>
            <a:endParaRPr lang="en-US" sz="1600" dirty="0">
              <a:solidFill>
                <a:srgbClr val="FFC000"/>
              </a:solidFill>
              <a:latin typeface="Trebuchet MS" panose="020B0603020202020204"/>
            </a:endParaRPr>
          </a:p>
        </p:txBody>
      </p:sp>
      <p:sp>
        <p:nvSpPr>
          <p:cNvPr id="4" name="Oval 8">
            <a:extLst>
              <a:ext uri="{FF2B5EF4-FFF2-40B4-BE49-F238E27FC236}">
                <a16:creationId xmlns:a16="http://schemas.microsoft.com/office/drawing/2014/main" id="{72BEAC80-73E0-3F72-F40E-68811A10F6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12110" y="3448482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3</a:t>
            </a:r>
          </a:p>
        </p:txBody>
      </p:sp>
      <p:cxnSp>
        <p:nvCxnSpPr>
          <p:cNvPr id="10" name="AutoShape 10">
            <a:extLst>
              <a:ext uri="{FF2B5EF4-FFF2-40B4-BE49-F238E27FC236}">
                <a16:creationId xmlns:a16="http://schemas.microsoft.com/office/drawing/2014/main" id="{8CDBF871-D3E2-8AB4-504D-9A76039B965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965248" y="3259017"/>
            <a:ext cx="171313" cy="1894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9">
            <a:extLst>
              <a:ext uri="{FF2B5EF4-FFF2-40B4-BE49-F238E27FC236}">
                <a16:creationId xmlns:a16="http://schemas.microsoft.com/office/drawing/2014/main" id="{D27AEDB3-48D7-82FA-E5F5-EE01638AB4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86459" y="2917287"/>
            <a:ext cx="355867" cy="33855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8</a:t>
            </a:r>
          </a:p>
        </p:txBody>
      </p:sp>
      <p:cxnSp>
        <p:nvCxnSpPr>
          <p:cNvPr id="22" name="AutoShape 10">
            <a:extLst>
              <a:ext uri="{FF2B5EF4-FFF2-40B4-BE49-F238E27FC236}">
                <a16:creationId xmlns:a16="http://schemas.microsoft.com/office/drawing/2014/main" id="{8443C454-20A2-1CE7-EAE9-466C82AFF55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13815" y="3799800"/>
            <a:ext cx="174859" cy="22221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Oval 8">
            <a:extLst>
              <a:ext uri="{FF2B5EF4-FFF2-40B4-BE49-F238E27FC236}">
                <a16:creationId xmlns:a16="http://schemas.microsoft.com/office/drawing/2014/main" id="{E455DBB1-505B-995A-5190-699325B55C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01245" y="3978895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31" name="Oval 8">
            <a:extLst>
              <a:ext uri="{FF2B5EF4-FFF2-40B4-BE49-F238E27FC236}">
                <a16:creationId xmlns:a16="http://schemas.microsoft.com/office/drawing/2014/main" id="{DED78CE9-61A4-C187-5945-4F0CBC00CC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30650" y="3400853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3</a:t>
            </a:r>
          </a:p>
        </p:txBody>
      </p:sp>
      <p:cxnSp>
        <p:nvCxnSpPr>
          <p:cNvPr id="33" name="AutoShape 10">
            <a:extLst>
              <a:ext uri="{FF2B5EF4-FFF2-40B4-BE49-F238E27FC236}">
                <a16:creationId xmlns:a16="http://schemas.microsoft.com/office/drawing/2014/main" id="{86DAD2E1-8AAC-9440-4B38-713E71E90A3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383788" y="3211388"/>
            <a:ext cx="171313" cy="1894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Oval 9">
            <a:extLst>
              <a:ext uri="{FF2B5EF4-FFF2-40B4-BE49-F238E27FC236}">
                <a16:creationId xmlns:a16="http://schemas.microsoft.com/office/drawing/2014/main" id="{CE02DD60-AF59-E875-A8FF-950BE45949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04999" y="2869658"/>
            <a:ext cx="355867" cy="33855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8</a:t>
            </a:r>
          </a:p>
        </p:txBody>
      </p:sp>
      <p:cxnSp>
        <p:nvCxnSpPr>
          <p:cNvPr id="36" name="AutoShape 10">
            <a:extLst>
              <a:ext uri="{FF2B5EF4-FFF2-40B4-BE49-F238E27FC236}">
                <a16:creationId xmlns:a16="http://schemas.microsoft.com/office/drawing/2014/main" id="{8A75764B-171E-2849-80F8-297B3310D96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32355" y="3752171"/>
            <a:ext cx="174859" cy="22221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Oval 8">
            <a:extLst>
              <a:ext uri="{FF2B5EF4-FFF2-40B4-BE49-F238E27FC236}">
                <a16:creationId xmlns:a16="http://schemas.microsoft.com/office/drawing/2014/main" id="{DCD91097-4D01-622A-F577-155860F809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19785" y="3931266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6</a:t>
            </a:r>
          </a:p>
        </p:txBody>
      </p:sp>
      <p:cxnSp>
        <p:nvCxnSpPr>
          <p:cNvPr id="38" name="AutoShape 10">
            <a:extLst>
              <a:ext uri="{FF2B5EF4-FFF2-40B4-BE49-F238E27FC236}">
                <a16:creationId xmlns:a16="http://schemas.microsoft.com/office/drawing/2014/main" id="{2F43FCB9-7120-8D4F-2101-F819E285B84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77861" y="3179210"/>
            <a:ext cx="174859" cy="22221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Oval 8">
            <a:extLst>
              <a:ext uri="{FF2B5EF4-FFF2-40B4-BE49-F238E27FC236}">
                <a16:creationId xmlns:a16="http://schemas.microsoft.com/office/drawing/2014/main" id="{BA0FC9C3-2F97-5FE7-E706-2CE65D2BE2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65291" y="3358305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47" name="Oval 8">
            <a:extLst>
              <a:ext uri="{FF2B5EF4-FFF2-40B4-BE49-F238E27FC236}">
                <a16:creationId xmlns:a16="http://schemas.microsoft.com/office/drawing/2014/main" id="{E4738678-D71A-F7A4-935F-03DDFC2A96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91295" y="3381345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3</a:t>
            </a:r>
          </a:p>
        </p:txBody>
      </p:sp>
      <p:cxnSp>
        <p:nvCxnSpPr>
          <p:cNvPr id="48" name="AutoShape 10">
            <a:extLst>
              <a:ext uri="{FF2B5EF4-FFF2-40B4-BE49-F238E27FC236}">
                <a16:creationId xmlns:a16="http://schemas.microsoft.com/office/drawing/2014/main" id="{B4759320-94A4-12D7-147A-FBEE6D5C0EB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944433" y="3191880"/>
            <a:ext cx="171313" cy="1894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Oval 9">
            <a:extLst>
              <a:ext uri="{FF2B5EF4-FFF2-40B4-BE49-F238E27FC236}">
                <a16:creationId xmlns:a16="http://schemas.microsoft.com/office/drawing/2014/main" id="{116A9C5D-ACCE-8306-1C07-C24EBF4B5F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65644" y="2850150"/>
            <a:ext cx="355867" cy="33855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8</a:t>
            </a:r>
          </a:p>
        </p:txBody>
      </p:sp>
      <p:cxnSp>
        <p:nvCxnSpPr>
          <p:cNvPr id="50" name="AutoShape 10">
            <a:extLst>
              <a:ext uri="{FF2B5EF4-FFF2-40B4-BE49-F238E27FC236}">
                <a16:creationId xmlns:a16="http://schemas.microsoft.com/office/drawing/2014/main" id="{85C554DD-C4D5-F942-D05F-38FE8D9FCF8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93000" y="3732663"/>
            <a:ext cx="174859" cy="22221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" name="Oval 8">
            <a:extLst>
              <a:ext uri="{FF2B5EF4-FFF2-40B4-BE49-F238E27FC236}">
                <a16:creationId xmlns:a16="http://schemas.microsoft.com/office/drawing/2014/main" id="{A22FC85C-A708-1060-D3F7-E2538BA719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80430" y="3911758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6</a:t>
            </a:r>
          </a:p>
        </p:txBody>
      </p:sp>
      <p:cxnSp>
        <p:nvCxnSpPr>
          <p:cNvPr id="52" name="AutoShape 10">
            <a:extLst>
              <a:ext uri="{FF2B5EF4-FFF2-40B4-BE49-F238E27FC236}">
                <a16:creationId xmlns:a16="http://schemas.microsoft.com/office/drawing/2014/main" id="{FD77A43D-1676-157B-31CB-7C574267CAC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38506" y="3159702"/>
            <a:ext cx="174859" cy="22221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" name="Oval 8">
            <a:extLst>
              <a:ext uri="{FF2B5EF4-FFF2-40B4-BE49-F238E27FC236}">
                <a16:creationId xmlns:a16="http://schemas.microsoft.com/office/drawing/2014/main" id="{894F3E7A-1E18-F12F-22C6-09A2CE2CF8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5936" y="3338797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58" name="Oval 8">
            <a:extLst>
              <a:ext uri="{FF2B5EF4-FFF2-40B4-BE49-F238E27FC236}">
                <a16:creationId xmlns:a16="http://schemas.microsoft.com/office/drawing/2014/main" id="{8B51D481-3A75-B841-63BA-FDE30FCD24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65901" y="4436986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5</a:t>
            </a:r>
          </a:p>
        </p:txBody>
      </p:sp>
      <p:cxnSp>
        <p:nvCxnSpPr>
          <p:cNvPr id="59" name="AutoShape 10">
            <a:extLst>
              <a:ext uri="{FF2B5EF4-FFF2-40B4-BE49-F238E27FC236}">
                <a16:creationId xmlns:a16="http://schemas.microsoft.com/office/drawing/2014/main" id="{1A7BCD49-D479-A95F-478F-1C954552023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919039" y="4247521"/>
            <a:ext cx="171313" cy="1894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" name="Oval 8">
            <a:extLst>
              <a:ext uri="{FF2B5EF4-FFF2-40B4-BE49-F238E27FC236}">
                <a16:creationId xmlns:a16="http://schemas.microsoft.com/office/drawing/2014/main" id="{362C5356-6517-E0F6-4DEF-960115BBEE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04047" y="3236200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3</a:t>
            </a:r>
          </a:p>
        </p:txBody>
      </p:sp>
      <p:cxnSp>
        <p:nvCxnSpPr>
          <p:cNvPr id="61" name="AutoShape 10">
            <a:extLst>
              <a:ext uri="{FF2B5EF4-FFF2-40B4-BE49-F238E27FC236}">
                <a16:creationId xmlns:a16="http://schemas.microsoft.com/office/drawing/2014/main" id="{79D6DEC1-8A6C-6694-D846-D92E1EA33AA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857185" y="3046735"/>
            <a:ext cx="171313" cy="1894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Oval 9">
            <a:extLst>
              <a:ext uri="{FF2B5EF4-FFF2-40B4-BE49-F238E27FC236}">
                <a16:creationId xmlns:a16="http://schemas.microsoft.com/office/drawing/2014/main" id="{E2AAC5C2-796E-41A9-B96D-E20EC41D8D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78396" y="2705005"/>
            <a:ext cx="355867" cy="33855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8</a:t>
            </a:r>
          </a:p>
        </p:txBody>
      </p:sp>
      <p:cxnSp>
        <p:nvCxnSpPr>
          <p:cNvPr id="63" name="AutoShape 10">
            <a:extLst>
              <a:ext uri="{FF2B5EF4-FFF2-40B4-BE49-F238E27FC236}">
                <a16:creationId xmlns:a16="http://schemas.microsoft.com/office/drawing/2014/main" id="{46563A87-7EA5-BAAD-DB5E-D166115EFBF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05752" y="3587518"/>
            <a:ext cx="174859" cy="22221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" name="Oval 8">
            <a:extLst>
              <a:ext uri="{FF2B5EF4-FFF2-40B4-BE49-F238E27FC236}">
                <a16:creationId xmlns:a16="http://schemas.microsoft.com/office/drawing/2014/main" id="{D6F1BD3A-6E3B-56A2-3979-79163A7D06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93182" y="3766613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6</a:t>
            </a:r>
          </a:p>
        </p:txBody>
      </p:sp>
      <p:cxnSp>
        <p:nvCxnSpPr>
          <p:cNvPr id="65" name="AutoShape 10">
            <a:extLst>
              <a:ext uri="{FF2B5EF4-FFF2-40B4-BE49-F238E27FC236}">
                <a16:creationId xmlns:a16="http://schemas.microsoft.com/office/drawing/2014/main" id="{7079A638-4EDA-9FCA-8BA6-61346500E83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351258" y="3014557"/>
            <a:ext cx="174859" cy="22221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" name="Oval 8">
            <a:extLst>
              <a:ext uri="{FF2B5EF4-FFF2-40B4-BE49-F238E27FC236}">
                <a16:creationId xmlns:a16="http://schemas.microsoft.com/office/drawing/2014/main" id="{633682EA-1E49-5D75-E3A2-A263E4C65D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38688" y="3193652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67" name="Oval 8">
            <a:extLst>
              <a:ext uri="{FF2B5EF4-FFF2-40B4-BE49-F238E27FC236}">
                <a16:creationId xmlns:a16="http://schemas.microsoft.com/office/drawing/2014/main" id="{8D9C89D1-850F-7BC1-AF57-094DF107DA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78653" y="4291841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5</a:t>
            </a:r>
          </a:p>
        </p:txBody>
      </p:sp>
      <p:cxnSp>
        <p:nvCxnSpPr>
          <p:cNvPr id="68" name="AutoShape 10">
            <a:extLst>
              <a:ext uri="{FF2B5EF4-FFF2-40B4-BE49-F238E27FC236}">
                <a16:creationId xmlns:a16="http://schemas.microsoft.com/office/drawing/2014/main" id="{50A688CE-B6C5-CEAE-3227-38B46181850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831791" y="4102376"/>
            <a:ext cx="171313" cy="1894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Oval 8">
            <a:extLst>
              <a:ext uri="{FF2B5EF4-FFF2-40B4-BE49-F238E27FC236}">
                <a16:creationId xmlns:a16="http://schemas.microsoft.com/office/drawing/2014/main" id="{CD61E8B5-4D09-0952-7664-3187947FE4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80795" y="3778933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2</a:t>
            </a:r>
          </a:p>
        </p:txBody>
      </p:sp>
      <p:cxnSp>
        <p:nvCxnSpPr>
          <p:cNvPr id="70" name="AutoShape 10">
            <a:extLst>
              <a:ext uri="{FF2B5EF4-FFF2-40B4-BE49-F238E27FC236}">
                <a16:creationId xmlns:a16="http://schemas.microsoft.com/office/drawing/2014/main" id="{4E523A93-464A-383C-6151-8BA30D22D22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433933" y="3589468"/>
            <a:ext cx="171313" cy="1894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6" name="Oval 8">
            <a:extLst>
              <a:ext uri="{FF2B5EF4-FFF2-40B4-BE49-F238E27FC236}">
                <a16:creationId xmlns:a16="http://schemas.microsoft.com/office/drawing/2014/main" id="{10AC677B-9827-DC8A-DFA4-3152044794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4297" y="5432963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5</a:t>
            </a:r>
          </a:p>
        </p:txBody>
      </p:sp>
      <p:cxnSp>
        <p:nvCxnSpPr>
          <p:cNvPr id="87" name="AutoShape 10">
            <a:extLst>
              <a:ext uri="{FF2B5EF4-FFF2-40B4-BE49-F238E27FC236}">
                <a16:creationId xmlns:a16="http://schemas.microsoft.com/office/drawing/2014/main" id="{8729CA57-A70D-5A9E-96DC-FE66A617870A}"/>
              </a:ext>
            </a:extLst>
          </p:cNvPr>
          <p:cNvCxnSpPr>
            <a:cxnSpLocks noChangeShapeType="1"/>
            <a:stCxn id="88" idx="3"/>
          </p:cNvCxnSpPr>
          <p:nvPr/>
        </p:nvCxnSpPr>
        <p:spPr bwMode="auto">
          <a:xfrm flipH="1">
            <a:off x="857435" y="5193918"/>
            <a:ext cx="455939" cy="23904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8" name="Oval 9">
            <a:extLst>
              <a:ext uri="{FF2B5EF4-FFF2-40B4-BE49-F238E27FC236}">
                <a16:creationId xmlns:a16="http://schemas.microsoft.com/office/drawing/2014/main" id="{49AEF082-BFA4-801C-1C9D-F410B7A8F7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61258" y="4904943"/>
            <a:ext cx="355867" cy="33855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8</a:t>
            </a:r>
          </a:p>
        </p:txBody>
      </p:sp>
      <p:cxnSp>
        <p:nvCxnSpPr>
          <p:cNvPr id="89" name="AutoShape 10">
            <a:extLst>
              <a:ext uri="{FF2B5EF4-FFF2-40B4-BE49-F238E27FC236}">
                <a16:creationId xmlns:a16="http://schemas.microsoft.com/office/drawing/2014/main" id="{A3BEDAF9-5495-2547-D159-4E0CDC573C4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06002" y="5784281"/>
            <a:ext cx="174859" cy="22221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0" name="Oval 8">
            <a:extLst>
              <a:ext uri="{FF2B5EF4-FFF2-40B4-BE49-F238E27FC236}">
                <a16:creationId xmlns:a16="http://schemas.microsoft.com/office/drawing/2014/main" id="{B544244C-515D-1A75-9B19-5DC59EA1DF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93432" y="5963376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6</a:t>
            </a:r>
          </a:p>
        </p:txBody>
      </p:sp>
      <p:cxnSp>
        <p:nvCxnSpPr>
          <p:cNvPr id="91" name="AutoShape 10">
            <a:extLst>
              <a:ext uri="{FF2B5EF4-FFF2-40B4-BE49-F238E27FC236}">
                <a16:creationId xmlns:a16="http://schemas.microsoft.com/office/drawing/2014/main" id="{331FBB49-86A9-877C-7811-98C3C15F4EA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1910" y="5193918"/>
            <a:ext cx="295440" cy="22723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" name="Oval 8">
            <a:extLst>
              <a:ext uri="{FF2B5EF4-FFF2-40B4-BE49-F238E27FC236}">
                <a16:creationId xmlns:a16="http://schemas.microsoft.com/office/drawing/2014/main" id="{3499A3D0-F0E9-3398-F972-70337F0F34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28150" y="5444368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95" name="Oval 8">
            <a:extLst>
              <a:ext uri="{FF2B5EF4-FFF2-40B4-BE49-F238E27FC236}">
                <a16:creationId xmlns:a16="http://schemas.microsoft.com/office/drawing/2014/main" id="{01DFCAB3-838C-7EEA-49C0-ADA97D6FBD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1045" y="5975696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2</a:t>
            </a:r>
          </a:p>
        </p:txBody>
      </p:sp>
      <p:cxnSp>
        <p:nvCxnSpPr>
          <p:cNvPr id="96" name="AutoShape 10">
            <a:extLst>
              <a:ext uri="{FF2B5EF4-FFF2-40B4-BE49-F238E27FC236}">
                <a16:creationId xmlns:a16="http://schemas.microsoft.com/office/drawing/2014/main" id="{8CBEF1D3-EEDA-D862-21A0-A8F1D0D47F5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34183" y="5786231"/>
            <a:ext cx="171313" cy="1894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8" name="Oval 8">
            <a:extLst>
              <a:ext uri="{FF2B5EF4-FFF2-40B4-BE49-F238E27FC236}">
                <a16:creationId xmlns:a16="http://schemas.microsoft.com/office/drawing/2014/main" id="{43714850-AF90-F55D-AD41-FE8B713F4E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12899" y="5963376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9</a:t>
            </a:r>
          </a:p>
        </p:txBody>
      </p:sp>
      <p:cxnSp>
        <p:nvCxnSpPr>
          <p:cNvPr id="99" name="AutoShape 10">
            <a:extLst>
              <a:ext uri="{FF2B5EF4-FFF2-40B4-BE49-F238E27FC236}">
                <a16:creationId xmlns:a16="http://schemas.microsoft.com/office/drawing/2014/main" id="{F5233B56-B928-A2E3-CF9A-5E908686F5F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766037" y="5773911"/>
            <a:ext cx="171313" cy="1894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4" name="Oval 8">
            <a:extLst>
              <a:ext uri="{FF2B5EF4-FFF2-40B4-BE49-F238E27FC236}">
                <a16:creationId xmlns:a16="http://schemas.microsoft.com/office/drawing/2014/main" id="{01959207-CBE5-FB5E-F9D0-B9FA5B2112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46685" y="3278748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5</a:t>
            </a:r>
          </a:p>
        </p:txBody>
      </p:sp>
      <p:cxnSp>
        <p:nvCxnSpPr>
          <p:cNvPr id="105" name="AutoShape 10">
            <a:extLst>
              <a:ext uri="{FF2B5EF4-FFF2-40B4-BE49-F238E27FC236}">
                <a16:creationId xmlns:a16="http://schemas.microsoft.com/office/drawing/2014/main" id="{AE6EC718-70DF-99F9-B89F-FBC375E133A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9599823" y="3089283"/>
            <a:ext cx="171313" cy="1894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6" name="Oval 9">
            <a:extLst>
              <a:ext uri="{FF2B5EF4-FFF2-40B4-BE49-F238E27FC236}">
                <a16:creationId xmlns:a16="http://schemas.microsoft.com/office/drawing/2014/main" id="{8C90612E-BD19-8976-5199-CED74B43F5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721034" y="2747553"/>
            <a:ext cx="355867" cy="33855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8</a:t>
            </a:r>
          </a:p>
        </p:txBody>
      </p:sp>
      <p:cxnSp>
        <p:nvCxnSpPr>
          <p:cNvPr id="107" name="AutoShape 10">
            <a:extLst>
              <a:ext uri="{FF2B5EF4-FFF2-40B4-BE49-F238E27FC236}">
                <a16:creationId xmlns:a16="http://schemas.microsoft.com/office/drawing/2014/main" id="{6BDC7BC9-3322-A31A-4691-902F3259064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648390" y="3630066"/>
            <a:ext cx="174859" cy="22221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8" name="Oval 8">
            <a:extLst>
              <a:ext uri="{FF2B5EF4-FFF2-40B4-BE49-F238E27FC236}">
                <a16:creationId xmlns:a16="http://schemas.microsoft.com/office/drawing/2014/main" id="{67074F46-2054-6BC9-7732-99B8B5FED6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735820" y="3809161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6</a:t>
            </a:r>
          </a:p>
        </p:txBody>
      </p:sp>
      <p:cxnSp>
        <p:nvCxnSpPr>
          <p:cNvPr id="109" name="AutoShape 10">
            <a:extLst>
              <a:ext uri="{FF2B5EF4-FFF2-40B4-BE49-F238E27FC236}">
                <a16:creationId xmlns:a16="http://schemas.microsoft.com/office/drawing/2014/main" id="{7471B5B5-DA1B-ECF3-862B-02EFE768476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093896" y="3057105"/>
            <a:ext cx="174859" cy="22221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0" name="Oval 8">
            <a:extLst>
              <a:ext uri="{FF2B5EF4-FFF2-40B4-BE49-F238E27FC236}">
                <a16:creationId xmlns:a16="http://schemas.microsoft.com/office/drawing/2014/main" id="{6D63F3E4-9D72-0770-F81C-4529429313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181326" y="3236200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113" name="Oval 8">
            <a:extLst>
              <a:ext uri="{FF2B5EF4-FFF2-40B4-BE49-F238E27FC236}">
                <a16:creationId xmlns:a16="http://schemas.microsoft.com/office/drawing/2014/main" id="{5640B91A-D0D5-6E4C-51F6-C5F6A8E1E4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23433" y="3821481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2</a:t>
            </a:r>
          </a:p>
        </p:txBody>
      </p:sp>
      <p:cxnSp>
        <p:nvCxnSpPr>
          <p:cNvPr id="114" name="AutoShape 10">
            <a:extLst>
              <a:ext uri="{FF2B5EF4-FFF2-40B4-BE49-F238E27FC236}">
                <a16:creationId xmlns:a16="http://schemas.microsoft.com/office/drawing/2014/main" id="{CD3E75A9-1C24-381E-FEBA-B6E42091F1C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9176571" y="3632016"/>
            <a:ext cx="171313" cy="1894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5" name="Oval 8">
            <a:extLst>
              <a:ext uri="{FF2B5EF4-FFF2-40B4-BE49-F238E27FC236}">
                <a16:creationId xmlns:a16="http://schemas.microsoft.com/office/drawing/2014/main" id="{5C686111-DB19-BA02-486B-4152DEF418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26130" y="5510976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5</a:t>
            </a:r>
          </a:p>
        </p:txBody>
      </p:sp>
      <p:cxnSp>
        <p:nvCxnSpPr>
          <p:cNvPr id="116" name="AutoShape 10">
            <a:extLst>
              <a:ext uri="{FF2B5EF4-FFF2-40B4-BE49-F238E27FC236}">
                <a16:creationId xmlns:a16="http://schemas.microsoft.com/office/drawing/2014/main" id="{861D9967-344F-14E7-7743-C11E5994CA09}"/>
              </a:ext>
            </a:extLst>
          </p:cNvPr>
          <p:cNvCxnSpPr>
            <a:cxnSpLocks noChangeShapeType="1"/>
            <a:stCxn id="117" idx="3"/>
          </p:cNvCxnSpPr>
          <p:nvPr/>
        </p:nvCxnSpPr>
        <p:spPr bwMode="auto">
          <a:xfrm flipH="1">
            <a:off x="2979268" y="5271931"/>
            <a:ext cx="455939" cy="23904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7" name="Oval 9">
            <a:extLst>
              <a:ext uri="{FF2B5EF4-FFF2-40B4-BE49-F238E27FC236}">
                <a16:creationId xmlns:a16="http://schemas.microsoft.com/office/drawing/2014/main" id="{452EBE60-E447-3780-52C6-83B6425021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83091" y="4982956"/>
            <a:ext cx="355867" cy="33855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6</a:t>
            </a:r>
          </a:p>
        </p:txBody>
      </p:sp>
      <p:cxnSp>
        <p:nvCxnSpPr>
          <p:cNvPr id="120" name="AutoShape 10">
            <a:extLst>
              <a:ext uri="{FF2B5EF4-FFF2-40B4-BE49-F238E27FC236}">
                <a16:creationId xmlns:a16="http://schemas.microsoft.com/office/drawing/2014/main" id="{2106B171-1EA3-BC7E-2CAB-DDD2AC0223C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763743" y="5271931"/>
            <a:ext cx="295440" cy="22723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1" name="Oval 8">
            <a:extLst>
              <a:ext uri="{FF2B5EF4-FFF2-40B4-BE49-F238E27FC236}">
                <a16:creationId xmlns:a16="http://schemas.microsoft.com/office/drawing/2014/main" id="{102DC40B-99B5-D4BF-C600-B2DE330D21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49983" y="5522381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122" name="Oval 8">
            <a:extLst>
              <a:ext uri="{FF2B5EF4-FFF2-40B4-BE49-F238E27FC236}">
                <a16:creationId xmlns:a16="http://schemas.microsoft.com/office/drawing/2014/main" id="{3379513A-E91C-3F52-D13F-8C55BAEA93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02878" y="6053709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2</a:t>
            </a:r>
          </a:p>
        </p:txBody>
      </p:sp>
      <p:cxnSp>
        <p:nvCxnSpPr>
          <p:cNvPr id="123" name="AutoShape 10">
            <a:extLst>
              <a:ext uri="{FF2B5EF4-FFF2-40B4-BE49-F238E27FC236}">
                <a16:creationId xmlns:a16="http://schemas.microsoft.com/office/drawing/2014/main" id="{C9EC3997-56A7-B6D7-499C-DC5B1C07DBA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556016" y="5864244"/>
            <a:ext cx="171313" cy="1894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Oval 8">
            <a:extLst>
              <a:ext uri="{FF2B5EF4-FFF2-40B4-BE49-F238E27FC236}">
                <a16:creationId xmlns:a16="http://schemas.microsoft.com/office/drawing/2014/main" id="{468969CA-C740-ABA0-5F73-9EFE71CE83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34732" y="6041389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9</a:t>
            </a:r>
          </a:p>
        </p:txBody>
      </p:sp>
      <p:cxnSp>
        <p:nvCxnSpPr>
          <p:cNvPr id="125" name="AutoShape 10">
            <a:extLst>
              <a:ext uri="{FF2B5EF4-FFF2-40B4-BE49-F238E27FC236}">
                <a16:creationId xmlns:a16="http://schemas.microsoft.com/office/drawing/2014/main" id="{523A6330-8CEF-F0EE-E447-0554EA37B98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887870" y="5851924"/>
            <a:ext cx="171313" cy="1894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6" name="Oval 8">
            <a:extLst>
              <a:ext uri="{FF2B5EF4-FFF2-40B4-BE49-F238E27FC236}">
                <a16:creationId xmlns:a16="http://schemas.microsoft.com/office/drawing/2014/main" id="{A8F6CE1E-BA83-289B-5085-4E5950BD01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52717" y="5521077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5</a:t>
            </a:r>
          </a:p>
        </p:txBody>
      </p:sp>
      <p:cxnSp>
        <p:nvCxnSpPr>
          <p:cNvPr id="127" name="AutoShape 10">
            <a:extLst>
              <a:ext uri="{FF2B5EF4-FFF2-40B4-BE49-F238E27FC236}">
                <a16:creationId xmlns:a16="http://schemas.microsoft.com/office/drawing/2014/main" id="{10D38B06-14BA-2F0E-48AF-AED85559BDB7}"/>
              </a:ext>
            </a:extLst>
          </p:cNvPr>
          <p:cNvCxnSpPr>
            <a:cxnSpLocks noChangeShapeType="1"/>
            <a:stCxn id="128" idx="3"/>
          </p:cNvCxnSpPr>
          <p:nvPr/>
        </p:nvCxnSpPr>
        <p:spPr bwMode="auto">
          <a:xfrm flipH="1">
            <a:off x="5113100" y="5363874"/>
            <a:ext cx="173516" cy="14177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8" name="Oval 9">
            <a:extLst>
              <a:ext uri="{FF2B5EF4-FFF2-40B4-BE49-F238E27FC236}">
                <a16:creationId xmlns:a16="http://schemas.microsoft.com/office/drawing/2014/main" id="{2771AC59-CF5A-7290-4842-D29E31AB26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34500" y="5074899"/>
            <a:ext cx="355867" cy="33855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6</a:t>
            </a:r>
          </a:p>
        </p:txBody>
      </p:sp>
      <p:cxnSp>
        <p:nvCxnSpPr>
          <p:cNvPr id="129" name="AutoShape 10">
            <a:extLst>
              <a:ext uri="{FF2B5EF4-FFF2-40B4-BE49-F238E27FC236}">
                <a16:creationId xmlns:a16="http://schemas.microsoft.com/office/drawing/2014/main" id="{289AC09F-8581-20A8-FE71-243DCFC7C5C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615152" y="5363874"/>
            <a:ext cx="295440" cy="22723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0" name="Oval 8">
            <a:extLst>
              <a:ext uri="{FF2B5EF4-FFF2-40B4-BE49-F238E27FC236}">
                <a16:creationId xmlns:a16="http://schemas.microsoft.com/office/drawing/2014/main" id="{D0703FE9-0EAA-0DFA-FA89-D1470EC9BA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01392" y="5614324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131" name="Oval 8">
            <a:extLst>
              <a:ext uri="{FF2B5EF4-FFF2-40B4-BE49-F238E27FC236}">
                <a16:creationId xmlns:a16="http://schemas.microsoft.com/office/drawing/2014/main" id="{3A3C1332-B4C7-13C3-99B8-6E57CC366E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59177" y="6048381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2</a:t>
            </a:r>
          </a:p>
        </p:txBody>
      </p:sp>
      <p:cxnSp>
        <p:nvCxnSpPr>
          <p:cNvPr id="132" name="AutoShape 10">
            <a:extLst>
              <a:ext uri="{FF2B5EF4-FFF2-40B4-BE49-F238E27FC236}">
                <a16:creationId xmlns:a16="http://schemas.microsoft.com/office/drawing/2014/main" id="{8BF35328-C6B5-4123-AE94-2E737795732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582603" y="5874345"/>
            <a:ext cx="171313" cy="1894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3" name="Oval 8">
            <a:extLst>
              <a:ext uri="{FF2B5EF4-FFF2-40B4-BE49-F238E27FC236}">
                <a16:creationId xmlns:a16="http://schemas.microsoft.com/office/drawing/2014/main" id="{F6CA93ED-6A24-8002-2E1F-C70308EB66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86141" y="6133332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9</a:t>
            </a:r>
          </a:p>
        </p:txBody>
      </p:sp>
      <p:cxnSp>
        <p:nvCxnSpPr>
          <p:cNvPr id="134" name="AutoShape 10">
            <a:extLst>
              <a:ext uri="{FF2B5EF4-FFF2-40B4-BE49-F238E27FC236}">
                <a16:creationId xmlns:a16="http://schemas.microsoft.com/office/drawing/2014/main" id="{693688C1-5A84-BCE5-6F20-EF3D07B6482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739279" y="5943867"/>
            <a:ext cx="171313" cy="1894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AutoShape 10">
            <a:extLst>
              <a:ext uri="{FF2B5EF4-FFF2-40B4-BE49-F238E27FC236}">
                <a16:creationId xmlns:a16="http://schemas.microsoft.com/office/drawing/2014/main" id="{1F60ABE4-5163-56E5-2E29-493EF63E12B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71018" y="5930638"/>
            <a:ext cx="174859" cy="22221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6" name="Oval 8">
            <a:extLst>
              <a:ext uri="{FF2B5EF4-FFF2-40B4-BE49-F238E27FC236}">
                <a16:creationId xmlns:a16="http://schemas.microsoft.com/office/drawing/2014/main" id="{8A2F1A09-775C-0EE1-8AC8-F775B403B9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58448" y="6109733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37" name="Oval 8">
            <a:extLst>
              <a:ext uri="{FF2B5EF4-FFF2-40B4-BE49-F238E27FC236}">
                <a16:creationId xmlns:a16="http://schemas.microsoft.com/office/drawing/2014/main" id="{C47C983E-8574-30EA-B1BF-11B1F0F004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33933" y="5381967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5</a:t>
            </a:r>
          </a:p>
        </p:txBody>
      </p:sp>
      <p:cxnSp>
        <p:nvCxnSpPr>
          <p:cNvPr id="138" name="AutoShape 10">
            <a:extLst>
              <a:ext uri="{FF2B5EF4-FFF2-40B4-BE49-F238E27FC236}">
                <a16:creationId xmlns:a16="http://schemas.microsoft.com/office/drawing/2014/main" id="{973EAF41-F81B-733C-9441-FAC72D50AB46}"/>
              </a:ext>
            </a:extLst>
          </p:cNvPr>
          <p:cNvCxnSpPr>
            <a:cxnSpLocks noChangeShapeType="1"/>
            <a:stCxn id="139" idx="3"/>
          </p:cNvCxnSpPr>
          <p:nvPr/>
        </p:nvCxnSpPr>
        <p:spPr bwMode="auto">
          <a:xfrm flipH="1">
            <a:off x="7757691" y="5182513"/>
            <a:ext cx="205290" cy="1649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9" name="Oval 9">
            <a:extLst>
              <a:ext uri="{FF2B5EF4-FFF2-40B4-BE49-F238E27FC236}">
                <a16:creationId xmlns:a16="http://schemas.microsoft.com/office/drawing/2014/main" id="{C3D35835-1D54-DF79-7E4C-4AEFB259BE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10865" y="4893538"/>
            <a:ext cx="355867" cy="33855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6</a:t>
            </a:r>
          </a:p>
        </p:txBody>
      </p:sp>
      <p:cxnSp>
        <p:nvCxnSpPr>
          <p:cNvPr id="140" name="AutoShape 10">
            <a:extLst>
              <a:ext uri="{FF2B5EF4-FFF2-40B4-BE49-F238E27FC236}">
                <a16:creationId xmlns:a16="http://schemas.microsoft.com/office/drawing/2014/main" id="{AC6B1874-31CA-4FA8-5F4A-691ADCBB2C1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291517" y="5182513"/>
            <a:ext cx="295440" cy="22723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1" name="Oval 8">
            <a:extLst>
              <a:ext uri="{FF2B5EF4-FFF2-40B4-BE49-F238E27FC236}">
                <a16:creationId xmlns:a16="http://schemas.microsoft.com/office/drawing/2014/main" id="{31648A2F-CBA8-C705-2E5D-976E7A6006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77757" y="5432963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10</a:t>
            </a:r>
          </a:p>
        </p:txBody>
      </p:sp>
      <p:cxnSp>
        <p:nvCxnSpPr>
          <p:cNvPr id="142" name="AutoShape 10">
            <a:extLst>
              <a:ext uri="{FF2B5EF4-FFF2-40B4-BE49-F238E27FC236}">
                <a16:creationId xmlns:a16="http://schemas.microsoft.com/office/drawing/2014/main" id="{CB0A174B-F81E-8D16-6021-5BD368BB827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274176" y="5711726"/>
            <a:ext cx="171313" cy="1894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AutoShape 10">
            <a:extLst>
              <a:ext uri="{FF2B5EF4-FFF2-40B4-BE49-F238E27FC236}">
                <a16:creationId xmlns:a16="http://schemas.microsoft.com/office/drawing/2014/main" id="{45205F9D-6457-FFE7-4B1F-0B1CBC8F6C8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947383" y="5749277"/>
            <a:ext cx="174859" cy="22221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6" name="Oval 8">
            <a:extLst>
              <a:ext uri="{FF2B5EF4-FFF2-40B4-BE49-F238E27FC236}">
                <a16:creationId xmlns:a16="http://schemas.microsoft.com/office/drawing/2014/main" id="{5FE793B3-7F42-A79B-E38D-39FEFFCDD4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34813" y="5928372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47" name="Oval 8">
            <a:extLst>
              <a:ext uri="{FF2B5EF4-FFF2-40B4-BE49-F238E27FC236}">
                <a16:creationId xmlns:a16="http://schemas.microsoft.com/office/drawing/2014/main" id="{79773216-1FB5-1475-C27D-472ABCE70A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1757" y="5962263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50" name="Oval 8">
            <a:extLst>
              <a:ext uri="{FF2B5EF4-FFF2-40B4-BE49-F238E27FC236}">
                <a16:creationId xmlns:a16="http://schemas.microsoft.com/office/drawing/2014/main" id="{669E36F3-C47D-2ED9-88BB-63C233144A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98046" y="5488958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2</a:t>
            </a:r>
          </a:p>
        </p:txBody>
      </p:sp>
      <p:cxnSp>
        <p:nvCxnSpPr>
          <p:cNvPr id="151" name="AutoShape 10">
            <a:extLst>
              <a:ext uri="{FF2B5EF4-FFF2-40B4-BE49-F238E27FC236}">
                <a16:creationId xmlns:a16="http://schemas.microsoft.com/office/drawing/2014/main" id="{24691535-519A-A6F4-1C35-4FB6DE1B30BF}"/>
              </a:ext>
            </a:extLst>
          </p:cNvPr>
          <p:cNvCxnSpPr>
            <a:cxnSpLocks noChangeShapeType="1"/>
            <a:stCxn id="152" idx="3"/>
          </p:cNvCxnSpPr>
          <p:nvPr/>
        </p:nvCxnSpPr>
        <p:spPr bwMode="auto">
          <a:xfrm flipH="1">
            <a:off x="10221804" y="5289504"/>
            <a:ext cx="205290" cy="16496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2" name="Oval 9">
            <a:extLst>
              <a:ext uri="{FF2B5EF4-FFF2-40B4-BE49-F238E27FC236}">
                <a16:creationId xmlns:a16="http://schemas.microsoft.com/office/drawing/2014/main" id="{3498529B-44AE-FD34-3864-F6A8AEF4B0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374978" y="5000529"/>
            <a:ext cx="355867" cy="33855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6</a:t>
            </a:r>
          </a:p>
        </p:txBody>
      </p:sp>
      <p:cxnSp>
        <p:nvCxnSpPr>
          <p:cNvPr id="153" name="AutoShape 10">
            <a:extLst>
              <a:ext uri="{FF2B5EF4-FFF2-40B4-BE49-F238E27FC236}">
                <a16:creationId xmlns:a16="http://schemas.microsoft.com/office/drawing/2014/main" id="{3000A930-6A07-F162-9039-C70EFB3BD82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755630" y="5289504"/>
            <a:ext cx="295440" cy="22723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4" name="Oval 8">
            <a:extLst>
              <a:ext uri="{FF2B5EF4-FFF2-40B4-BE49-F238E27FC236}">
                <a16:creationId xmlns:a16="http://schemas.microsoft.com/office/drawing/2014/main" id="{0CED73D3-A7EE-85AD-45AE-30C10B4550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041870" y="5539954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10</a:t>
            </a:r>
          </a:p>
        </p:txBody>
      </p:sp>
      <p:cxnSp>
        <p:nvCxnSpPr>
          <p:cNvPr id="156" name="AutoShape 10">
            <a:extLst>
              <a:ext uri="{FF2B5EF4-FFF2-40B4-BE49-F238E27FC236}">
                <a16:creationId xmlns:a16="http://schemas.microsoft.com/office/drawing/2014/main" id="{DC8D5044-CC2F-5089-7904-10FCF015651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411496" y="5856268"/>
            <a:ext cx="174859" cy="22221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7" name="Oval 8">
            <a:extLst>
              <a:ext uri="{FF2B5EF4-FFF2-40B4-BE49-F238E27FC236}">
                <a16:creationId xmlns:a16="http://schemas.microsoft.com/office/drawing/2014/main" id="{4A88ECD6-CEC7-09DA-495D-AFD17A92AE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498926" y="6035363"/>
            <a:ext cx="358076" cy="3399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7">
              <a:defRPr/>
            </a:pPr>
            <a:r>
              <a:rPr lang="en-US" altLang="en-US" sz="1400" dirty="0">
                <a:solidFill>
                  <a:prstClr val="white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Courier New" panose="02070309020205020404" pitchFamily="49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27380001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6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2" grpId="0"/>
      <p:bldP spid="14" grpId="0"/>
      <p:bldP spid="15" grpId="0"/>
      <p:bldP spid="16" grpId="0"/>
      <p:bldP spid="17" grpId="0"/>
      <p:bldP spid="18" grpId="0"/>
      <p:bldP spid="32" grpId="0"/>
      <p:bldP spid="35" grpId="0"/>
      <p:bldP spid="85" grpId="0"/>
      <p:bldP spid="97" grpId="0"/>
      <p:bldP spid="3" grpId="0"/>
      <p:bldP spid="4" grpId="0" animBg="1"/>
      <p:bldP spid="13" grpId="0" animBg="1"/>
      <p:bldP spid="25" grpId="0" animBg="1"/>
      <p:bldP spid="31" grpId="0" animBg="1"/>
      <p:bldP spid="34" grpId="0" animBg="1"/>
      <p:bldP spid="37" grpId="0" animBg="1"/>
      <p:bldP spid="39" grpId="0" animBg="1"/>
      <p:bldP spid="47" grpId="0" animBg="1"/>
      <p:bldP spid="49" grpId="0" animBg="1"/>
      <p:bldP spid="51" grpId="0" animBg="1"/>
      <p:bldP spid="53" grpId="0" animBg="1"/>
      <p:bldP spid="58" grpId="0" animBg="1"/>
      <p:bldP spid="60" grpId="0" animBg="1"/>
      <p:bldP spid="62" grpId="0" animBg="1"/>
      <p:bldP spid="64" grpId="0" animBg="1"/>
      <p:bldP spid="66" grpId="0" animBg="1"/>
      <p:bldP spid="67" grpId="0" animBg="1"/>
      <p:bldP spid="69" grpId="0" animBg="1"/>
      <p:bldP spid="86" grpId="0" animBg="1"/>
      <p:bldP spid="88" grpId="0" animBg="1"/>
      <p:bldP spid="90" grpId="0" animBg="1"/>
      <p:bldP spid="92" grpId="0" animBg="1"/>
      <p:bldP spid="95" grpId="0" animBg="1"/>
      <p:bldP spid="98" grpId="0" animBg="1"/>
      <p:bldP spid="104" grpId="0" animBg="1"/>
      <p:bldP spid="106" grpId="0" animBg="1"/>
      <p:bldP spid="108" grpId="0" animBg="1"/>
      <p:bldP spid="110" grpId="0" animBg="1"/>
      <p:bldP spid="113" grpId="0" animBg="1"/>
      <p:bldP spid="115" grpId="0" animBg="1"/>
      <p:bldP spid="117" grpId="0" animBg="1"/>
      <p:bldP spid="121" grpId="0" animBg="1"/>
      <p:bldP spid="122" grpId="0" animBg="1"/>
      <p:bldP spid="124" grpId="0" animBg="1"/>
      <p:bldP spid="126" grpId="0" animBg="1"/>
      <p:bldP spid="128" grpId="0" animBg="1"/>
      <p:bldP spid="130" grpId="0" animBg="1"/>
      <p:bldP spid="131" grpId="0" animBg="1"/>
      <p:bldP spid="133" grpId="0" animBg="1"/>
      <p:bldP spid="136" grpId="0" animBg="1"/>
      <p:bldP spid="137" grpId="0" animBg="1"/>
      <p:bldP spid="139" grpId="0" animBg="1"/>
      <p:bldP spid="141" grpId="0" animBg="1"/>
      <p:bldP spid="146" grpId="0" animBg="1"/>
      <p:bldP spid="147" grpId="0" animBg="1"/>
      <p:bldP spid="150" grpId="0" animBg="1"/>
      <p:bldP spid="152" grpId="0" animBg="1"/>
      <p:bldP spid="154" grpId="0" animBg="1"/>
      <p:bldP spid="15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7F1B6-87B4-2E31-FDB2-1B4BEF4AC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직사각형 14">
            <a:extLst>
              <a:ext uri="{FF2B5EF4-FFF2-40B4-BE49-F238E27FC236}">
                <a16:creationId xmlns:a16="http://schemas.microsoft.com/office/drawing/2014/main" id="{4191F255-62F6-B16B-0156-133591B95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862" y="1714528"/>
            <a:ext cx="31951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dirty="0">
                <a:solidFill>
                  <a:prstClr val="white"/>
                </a:solidFill>
                <a:ea typeface="맑은 고딕" panose="020B0503020000020004" pitchFamily="50" charset="-127"/>
                <a:cs typeface="Courier New" panose="02070309020205020404" pitchFamily="49" charset="0"/>
              </a:rPr>
              <a:t>8  3 </a:t>
            </a:r>
            <a:r>
              <a:rPr lang="ko-KR" altLang="en-US" sz="2400" dirty="0">
                <a:solidFill>
                  <a:prstClr val="white"/>
                </a:solidFill>
                <a:ea typeface="맑은 고딕" panose="020B0503020000020004" pitchFamily="50" charset="-127"/>
                <a:cs typeface="Courier New" panose="02070309020205020404" pitchFamily="49" charset="0"/>
              </a:rPr>
              <a:t>４</a:t>
            </a:r>
            <a:r>
              <a:rPr lang="en-US" altLang="en-US" sz="2400" dirty="0">
                <a:solidFill>
                  <a:prstClr val="white"/>
                </a:solidFill>
                <a:ea typeface="맑은 고딕" panose="020B0503020000020004" pitchFamily="50" charset="-127"/>
                <a:cs typeface="Courier New" panose="02070309020205020404" pitchFamily="49" charset="0"/>
              </a:rPr>
              <a:t>10 </a:t>
            </a:r>
            <a:r>
              <a:rPr lang="ko-KR" altLang="en-US" sz="2400" dirty="0">
                <a:solidFill>
                  <a:prstClr val="white"/>
                </a:solidFill>
                <a:ea typeface="맑은 고딕" panose="020B0503020000020004" pitchFamily="50" charset="-127"/>
                <a:cs typeface="Courier New" panose="02070309020205020404" pitchFamily="49" charset="0"/>
              </a:rPr>
              <a:t>６ </a:t>
            </a:r>
            <a:r>
              <a:rPr lang="en-US" altLang="en-US" sz="2400" dirty="0">
                <a:solidFill>
                  <a:prstClr val="white"/>
                </a:solidFill>
                <a:ea typeface="맑은 고딕" panose="020B0503020000020004" pitchFamily="50" charset="-127"/>
                <a:cs typeface="Courier New" panose="02070309020205020404" pitchFamily="49" charset="0"/>
              </a:rPr>
              <a:t>1 14 13 5</a:t>
            </a:r>
          </a:p>
        </p:txBody>
      </p:sp>
      <p:sp>
        <p:nvSpPr>
          <p:cNvPr id="54276" name="Rectangle 1">
            <a:extLst>
              <a:ext uri="{FF2B5EF4-FFF2-40B4-BE49-F238E27FC236}">
                <a16:creationId xmlns:a16="http://schemas.microsoft.com/office/drawing/2014/main" id="{EABBF50D-F13F-CC31-FF0F-E49FD3B18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5" y="665567"/>
            <a:ext cx="10020300" cy="394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219170" eaLnBrk="0" fontAlgn="base" hangingPunct="0">
              <a:lnSpc>
                <a:spcPct val="115000"/>
              </a:lnSpc>
              <a:spcBef>
                <a:spcPct val="0"/>
              </a:spcBef>
              <a:spcAft>
                <a:spcPts val="1333"/>
              </a:spcAft>
              <a:defRPr/>
            </a:pPr>
            <a:r>
              <a:rPr lang="en-US" altLang="en-US" sz="1867" dirty="0">
                <a:solidFill>
                  <a:prstClr val="white"/>
                </a:solidFill>
              </a:rPr>
              <a:t>Store the following input data in an array using the concept of BST.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59FB89BB-9456-2C33-CC4A-E8BC2A686FE5}"/>
              </a:ext>
            </a:extLst>
          </p:cNvPr>
          <p:cNvCxnSpPr>
            <a:cxnSpLocks/>
          </p:cNvCxnSpPr>
          <p:nvPr/>
        </p:nvCxnSpPr>
        <p:spPr>
          <a:xfrm>
            <a:off x="812800" y="2311400"/>
            <a:ext cx="284480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2287ABD-8A3F-362C-C48E-F4F38D31F80A}"/>
              </a:ext>
            </a:extLst>
          </p:cNvPr>
          <p:cNvSpPr txBox="1"/>
          <p:nvPr/>
        </p:nvSpPr>
        <p:spPr>
          <a:xfrm>
            <a:off x="293255" y="145475"/>
            <a:ext cx="14047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4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prstClr val="white"/>
                </a:solidFill>
                <a:latin typeface="Arial" panose="020B0604020202020204" pitchFamily="34" charset="0"/>
              </a:rPr>
              <a:t>CP # 12-2.</a:t>
            </a:r>
          </a:p>
        </p:txBody>
      </p:sp>
      <p:graphicFrame>
        <p:nvGraphicFramePr>
          <p:cNvPr id="9" name="표 17">
            <a:extLst>
              <a:ext uri="{FF2B5EF4-FFF2-40B4-BE49-F238E27FC236}">
                <a16:creationId xmlns:a16="http://schemas.microsoft.com/office/drawing/2014/main" id="{876D0DFD-D37F-302D-2BC5-753BA8D593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968497"/>
              </p:ext>
            </p:extLst>
          </p:nvPr>
        </p:nvGraphicFramePr>
        <p:xfrm>
          <a:off x="4775201" y="1714528"/>
          <a:ext cx="4515854" cy="47468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47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7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0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index</a:t>
                      </a:r>
                      <a:endParaRPr lang="en-US" sz="2000" b="0" dirty="0">
                        <a:solidFill>
                          <a:schemeClr val="bg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Left</a:t>
                      </a:r>
                      <a:endParaRPr lang="en-US" sz="2000" b="0" dirty="0">
                        <a:solidFill>
                          <a:schemeClr val="bg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Data</a:t>
                      </a:r>
                      <a:endParaRPr lang="en-US" sz="2000" b="0" dirty="0">
                        <a:solidFill>
                          <a:schemeClr val="bg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Right</a:t>
                      </a:r>
                      <a:endParaRPr lang="en-US" sz="2000" b="0" dirty="0">
                        <a:solidFill>
                          <a:schemeClr val="bg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A[0]</a:t>
                      </a:r>
                      <a:endParaRPr lang="en-US" sz="2000" b="0" dirty="0">
                        <a:solidFill>
                          <a:schemeClr val="bg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1</a:t>
                      </a: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8</a:t>
                      </a:r>
                    </a:p>
                  </a:txBody>
                  <a:tcPr marL="90863" marR="90863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3</a:t>
                      </a: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A[1]</a:t>
                      </a:r>
                      <a:endParaRPr lang="en-US" sz="2000" b="0" dirty="0">
                        <a:solidFill>
                          <a:schemeClr val="bg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5</a:t>
                      </a: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3</a:t>
                      </a:r>
                    </a:p>
                  </a:txBody>
                  <a:tcPr marL="90863" marR="90863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2</a:t>
                      </a: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A[2]</a:t>
                      </a:r>
                      <a:endParaRPr lang="en-US" sz="2000" b="0">
                        <a:solidFill>
                          <a:schemeClr val="bg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4</a:t>
                      </a:r>
                    </a:p>
                  </a:txBody>
                  <a:tcPr marL="90863" marR="90863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4</a:t>
                      </a: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A[3]</a:t>
                      </a:r>
                      <a:endParaRPr lang="en-US" sz="2000" b="0">
                        <a:solidFill>
                          <a:schemeClr val="bg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10</a:t>
                      </a:r>
                    </a:p>
                  </a:txBody>
                  <a:tcPr marL="90863" marR="90863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6</a:t>
                      </a: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A[4]</a:t>
                      </a:r>
                      <a:endParaRPr lang="en-US" sz="2000" b="0">
                        <a:solidFill>
                          <a:schemeClr val="bg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8</a:t>
                      </a: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6</a:t>
                      </a:r>
                    </a:p>
                  </a:txBody>
                  <a:tcPr marL="90863" marR="90863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A[5]</a:t>
                      </a:r>
                      <a:endParaRPr lang="en-US" sz="2000" b="0" dirty="0">
                        <a:solidFill>
                          <a:schemeClr val="bg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1</a:t>
                      </a:r>
                    </a:p>
                  </a:txBody>
                  <a:tcPr marL="90863" marR="90863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A[6]</a:t>
                      </a:r>
                      <a:endParaRPr lang="en-US" sz="2000" b="0" dirty="0">
                        <a:solidFill>
                          <a:schemeClr val="bg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7</a:t>
                      </a: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14</a:t>
                      </a:r>
                    </a:p>
                  </a:txBody>
                  <a:tcPr marL="90863" marR="90863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A[7]</a:t>
                      </a: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13</a:t>
                      </a:r>
                    </a:p>
                  </a:txBody>
                  <a:tcPr marL="90863" marR="90863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475945"/>
                  </a:ext>
                </a:extLst>
              </a:tr>
              <a:tr h="364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A[8]</a:t>
                      </a: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5</a:t>
                      </a:r>
                    </a:p>
                  </a:txBody>
                  <a:tcPr marL="90863" marR="90863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3577"/>
                  </a:ext>
                </a:extLst>
              </a:tr>
              <a:tr h="364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A[9]</a:t>
                      </a: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bg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223305"/>
                  </a:ext>
                </a:extLst>
              </a:tr>
              <a:tr h="364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/>
                          <a:cs typeface="Arial"/>
                        </a:rPr>
                        <a:t>A[10]</a:t>
                      </a: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bg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  <a:cs typeface="Arial"/>
                      </a:endParaRPr>
                    </a:p>
                  </a:txBody>
                  <a:tcPr marL="90863" marR="90863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851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3707605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1_Face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E6B91E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237</Words>
  <Application>Microsoft Office PowerPoint</Application>
  <PresentationFormat>Widescreen</PresentationFormat>
  <Paragraphs>105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Lato Extended</vt:lpstr>
      <vt:lpstr>맑은 고딕</vt:lpstr>
      <vt:lpstr>Aptos</vt:lpstr>
      <vt:lpstr>Arial</vt:lpstr>
      <vt:lpstr>Calibri</vt:lpstr>
      <vt:lpstr>Courier New</vt:lpstr>
      <vt:lpstr>Tahoma</vt:lpstr>
      <vt:lpstr>Trebuchet MS</vt:lpstr>
      <vt:lpstr>Wingdings 3</vt:lpstr>
      <vt:lpstr>1_Facet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Taesik Kim</dc:creator>
  <cp:lastModifiedBy>Brendan Tea</cp:lastModifiedBy>
  <cp:revision>4</cp:revision>
  <dcterms:created xsi:type="dcterms:W3CDTF">2025-11-07T04:36:49Z</dcterms:created>
  <dcterms:modified xsi:type="dcterms:W3CDTF">2026-02-18T19:13:23Z</dcterms:modified>
</cp:coreProperties>
</file>